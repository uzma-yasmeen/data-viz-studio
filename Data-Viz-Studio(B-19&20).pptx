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8"/>
  </p:notesMasterIdLst>
  <p:handoutMasterIdLst>
    <p:handoutMasterId r:id="rId19"/>
  </p:handoutMasterIdLst>
  <p:sldIdLst>
    <p:sldId id="275" r:id="rId5"/>
    <p:sldId id="263" r:id="rId6"/>
    <p:sldId id="270" r:id="rId7"/>
    <p:sldId id="265" r:id="rId8"/>
    <p:sldId id="266" r:id="rId9"/>
    <p:sldId id="267" r:id="rId10"/>
    <p:sldId id="268" r:id="rId11"/>
    <p:sldId id="271" r:id="rId12"/>
    <p:sldId id="257" r:id="rId13"/>
    <p:sldId id="258" r:id="rId14"/>
    <p:sldId id="273" r:id="rId15"/>
    <p:sldId id="274" r:id="rId16"/>
    <p:sldId id="26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537C687-8EDF-4071-996F-1FD26C07600A}">
          <p14:sldIdLst>
            <p14:sldId id="275"/>
            <p14:sldId id="263"/>
            <p14:sldId id="270"/>
            <p14:sldId id="265"/>
            <p14:sldId id="266"/>
            <p14:sldId id="267"/>
            <p14:sldId id="268"/>
            <p14:sldId id="271"/>
            <p14:sldId id="257"/>
            <p14:sldId id="258"/>
            <p14:sldId id="273"/>
            <p14:sldId id="274"/>
            <p14:sldId id="261"/>
          </p14:sldIdLst>
        </p14:section>
        <p14:section name="Untitled Section" id="{3B1AF4D0-3DD8-4FE2-BC47-C5C08281E31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6498D8-A549-40AF-B371-73F7AFC8C84F}" v="1016" dt="2025-11-23T08:46:22.400"/>
    <p1510:client id="{8E13326D-89B6-4833-8B97-DBFB20B361C5}" v="7" dt="2025-11-22T13:33:29.9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83" autoAdjust="0"/>
    <p:restoredTop sz="94660"/>
  </p:normalViewPr>
  <p:slideViewPr>
    <p:cSldViewPr snapToGrid="0">
      <p:cViewPr>
        <p:scale>
          <a:sx n="50" d="100"/>
          <a:sy n="50" d="100"/>
        </p:scale>
        <p:origin x="1248" y="104"/>
      </p:cViewPr>
      <p:guideLst/>
    </p:cSldViewPr>
  </p:slideViewPr>
  <p:notesTextViewPr>
    <p:cViewPr>
      <p:scale>
        <a:sx n="1" d="1"/>
        <a:sy n="1" d="1"/>
      </p:scale>
      <p:origin x="0" y="0"/>
    </p:cViewPr>
  </p:notesTextViewPr>
  <p:notesViewPr>
    <p:cSldViewPr snapToGrid="0">
      <p:cViewPr varScale="1">
        <p:scale>
          <a:sx n="49" d="100"/>
          <a:sy n="49" d="100"/>
        </p:scale>
        <p:origin x="2740" y="4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gar Neha Rani" userId="0cb3565b-9096-4176-bcd8-43b555293a50" providerId="ADAL" clId="{F40777DB-CF34-4209-928A-8762F4BC3E0F}"/>
    <pc:docChg chg="undo redo custSel addSld delSld modSld sldOrd addMainMaster modMainMaster modSection">
      <pc:chgData name="Dhangar Neha Rani" userId="0cb3565b-9096-4176-bcd8-43b555293a50" providerId="ADAL" clId="{F40777DB-CF34-4209-928A-8762F4BC3E0F}" dt="2025-11-23T08:46:22.400" v="2324"/>
      <pc:docMkLst>
        <pc:docMk/>
      </pc:docMkLst>
      <pc:sldChg chg="addSp delSp add del ord setBg delDesignElem">
        <pc:chgData name="Dhangar Neha Rani" userId="0cb3565b-9096-4176-bcd8-43b555293a50" providerId="ADAL" clId="{F40777DB-CF34-4209-928A-8762F4BC3E0F}" dt="2025-11-22T16:21:58.475" v="9"/>
        <pc:sldMkLst>
          <pc:docMk/>
          <pc:sldMk cId="3494058274" sldId="256"/>
        </pc:sldMkLst>
        <pc:spChg chg="add del">
          <ac:chgData name="Dhangar Neha Rani" userId="0cb3565b-9096-4176-bcd8-43b555293a50" providerId="ADAL" clId="{F40777DB-CF34-4209-928A-8762F4BC3E0F}" dt="2025-11-22T16:21:58.475" v="9"/>
          <ac:spMkLst>
            <pc:docMk/>
            <pc:sldMk cId="3494058274" sldId="256"/>
            <ac:spMk id="45" creationId="{657F69E0-C4B0-4BEC-A689-4F8D877F05D4}"/>
          </ac:spMkLst>
        </pc:spChg>
        <pc:spChg chg="add del">
          <ac:chgData name="Dhangar Neha Rani" userId="0cb3565b-9096-4176-bcd8-43b555293a50" providerId="ADAL" clId="{F40777DB-CF34-4209-928A-8762F4BC3E0F}" dt="2025-11-22T16:21:58.475" v="9"/>
          <ac:spMkLst>
            <pc:docMk/>
            <pc:sldMk cId="3494058274" sldId="256"/>
            <ac:spMk id="47" creationId="{9F6380B4-6A1C-481E-8408-B4E6C75B9B81}"/>
          </ac:spMkLst>
        </pc:spChg>
      </pc:sldChg>
      <pc:sldChg chg="addSp delSp modSp mod modTransition delAnim modAnim">
        <pc:chgData name="Dhangar Neha Rani" userId="0cb3565b-9096-4176-bcd8-43b555293a50" providerId="ADAL" clId="{F40777DB-CF34-4209-928A-8762F4BC3E0F}" dt="2025-11-23T08:31:39.484" v="2242" actId="21"/>
        <pc:sldMkLst>
          <pc:docMk/>
          <pc:sldMk cId="1026576339" sldId="257"/>
        </pc:sldMkLst>
        <pc:spChg chg="mod">
          <ac:chgData name="Dhangar Neha Rani" userId="0cb3565b-9096-4176-bcd8-43b555293a50" providerId="ADAL" clId="{F40777DB-CF34-4209-928A-8762F4BC3E0F}" dt="2025-11-23T08:31:06.450" v="2239" actId="1076"/>
          <ac:spMkLst>
            <pc:docMk/>
            <pc:sldMk cId="1026576339" sldId="257"/>
            <ac:spMk id="3" creationId="{00000000-0000-0000-0000-000000000000}"/>
          </ac:spMkLst>
        </pc:spChg>
        <pc:spChg chg="mod">
          <ac:chgData name="Dhangar Neha Rani" userId="0cb3565b-9096-4176-bcd8-43b555293a50" providerId="ADAL" clId="{F40777DB-CF34-4209-928A-8762F4BC3E0F}" dt="2025-11-23T04:43:03.366" v="1076" actId="2711"/>
          <ac:spMkLst>
            <pc:docMk/>
            <pc:sldMk cId="1026576339" sldId="257"/>
            <ac:spMk id="4" creationId="{00000000-0000-0000-0000-000000000000}"/>
          </ac:spMkLst>
        </pc:spChg>
        <pc:spChg chg="del">
          <ac:chgData name="Dhangar Neha Rani" userId="0cb3565b-9096-4176-bcd8-43b555293a50" providerId="ADAL" clId="{F40777DB-CF34-4209-928A-8762F4BC3E0F}" dt="2025-11-23T04:45:36.320" v="1087" actId="478"/>
          <ac:spMkLst>
            <pc:docMk/>
            <pc:sldMk cId="1026576339" sldId="257"/>
            <ac:spMk id="5" creationId="{00000000-0000-0000-0000-000000000000}"/>
          </ac:spMkLst>
        </pc:spChg>
        <pc:spChg chg="mod">
          <ac:chgData name="Dhangar Neha Rani" userId="0cb3565b-9096-4176-bcd8-43b555293a50" providerId="ADAL" clId="{F40777DB-CF34-4209-928A-8762F4BC3E0F}" dt="2025-11-23T04:45:49.124" v="1088" actId="1076"/>
          <ac:spMkLst>
            <pc:docMk/>
            <pc:sldMk cId="1026576339" sldId="257"/>
            <ac:spMk id="6" creationId="{00000000-0000-0000-0000-000000000000}"/>
          </ac:spMkLst>
        </pc:spChg>
        <pc:spChg chg="mod">
          <ac:chgData name="Dhangar Neha Rani" userId="0cb3565b-9096-4176-bcd8-43b555293a50" providerId="ADAL" clId="{F40777DB-CF34-4209-928A-8762F4BC3E0F}" dt="2025-11-23T04:44:31.018" v="1086" actId="1076"/>
          <ac:spMkLst>
            <pc:docMk/>
            <pc:sldMk cId="1026576339" sldId="257"/>
            <ac:spMk id="7" creationId="{00000000-0000-0000-0000-000000000000}"/>
          </ac:spMkLst>
        </pc:spChg>
        <pc:spChg chg="mod">
          <ac:chgData name="Dhangar Neha Rani" userId="0cb3565b-9096-4176-bcd8-43b555293a50" providerId="ADAL" clId="{F40777DB-CF34-4209-928A-8762F4BC3E0F}" dt="2025-11-23T04:45:49.124" v="1088" actId="1076"/>
          <ac:spMkLst>
            <pc:docMk/>
            <pc:sldMk cId="1026576339" sldId="257"/>
            <ac:spMk id="8" creationId="{00000000-0000-0000-0000-000000000000}"/>
          </ac:spMkLst>
        </pc:spChg>
        <pc:spChg chg="del mod">
          <ac:chgData name="Dhangar Neha Rani" userId="0cb3565b-9096-4176-bcd8-43b555293a50" providerId="ADAL" clId="{F40777DB-CF34-4209-928A-8762F4BC3E0F}" dt="2025-11-23T04:50:43.852" v="1118" actId="478"/>
          <ac:spMkLst>
            <pc:docMk/>
            <pc:sldMk cId="1026576339" sldId="257"/>
            <ac:spMk id="10" creationId="{00000000-0000-0000-0000-000000000000}"/>
          </ac:spMkLst>
        </pc:spChg>
        <pc:spChg chg="mod">
          <ac:chgData name="Dhangar Neha Rani" userId="0cb3565b-9096-4176-bcd8-43b555293a50" providerId="ADAL" clId="{F40777DB-CF34-4209-928A-8762F4BC3E0F}" dt="2025-11-23T04:50:50.808" v="1119" actId="1076"/>
          <ac:spMkLst>
            <pc:docMk/>
            <pc:sldMk cId="1026576339" sldId="257"/>
            <ac:spMk id="11" creationId="{00000000-0000-0000-0000-000000000000}"/>
          </ac:spMkLst>
        </pc:spChg>
        <pc:spChg chg="mod">
          <ac:chgData name="Dhangar Neha Rani" userId="0cb3565b-9096-4176-bcd8-43b555293a50" providerId="ADAL" clId="{F40777DB-CF34-4209-928A-8762F4BC3E0F}" dt="2025-11-23T04:45:49.124" v="1088" actId="1076"/>
          <ac:spMkLst>
            <pc:docMk/>
            <pc:sldMk cId="1026576339" sldId="257"/>
            <ac:spMk id="14" creationId="{00000000-0000-0000-0000-000000000000}"/>
          </ac:spMkLst>
        </pc:spChg>
        <pc:spChg chg="mod">
          <ac:chgData name="Dhangar Neha Rani" userId="0cb3565b-9096-4176-bcd8-43b555293a50" providerId="ADAL" clId="{F40777DB-CF34-4209-928A-8762F4BC3E0F}" dt="2025-11-23T04:45:49.124" v="1088" actId="1076"/>
          <ac:spMkLst>
            <pc:docMk/>
            <pc:sldMk cId="1026576339" sldId="257"/>
            <ac:spMk id="15" creationId="{00000000-0000-0000-0000-000000000000}"/>
          </ac:spMkLst>
        </pc:spChg>
        <pc:spChg chg="del mod">
          <ac:chgData name="Dhangar Neha Rani" userId="0cb3565b-9096-4176-bcd8-43b555293a50" providerId="ADAL" clId="{F40777DB-CF34-4209-928A-8762F4BC3E0F}" dt="2025-11-23T04:53:04.874" v="1134" actId="478"/>
          <ac:spMkLst>
            <pc:docMk/>
            <pc:sldMk cId="1026576339" sldId="257"/>
            <ac:spMk id="18" creationId="{00000000-0000-0000-0000-000000000000}"/>
          </ac:spMkLst>
        </pc:spChg>
        <pc:spChg chg="mod">
          <ac:chgData name="Dhangar Neha Rani" userId="0cb3565b-9096-4176-bcd8-43b555293a50" providerId="ADAL" clId="{F40777DB-CF34-4209-928A-8762F4BC3E0F}" dt="2025-11-23T04:51:29.784" v="1125" actId="1076"/>
          <ac:spMkLst>
            <pc:docMk/>
            <pc:sldMk cId="1026576339" sldId="257"/>
            <ac:spMk id="19" creationId="{00000000-0000-0000-0000-000000000000}"/>
          </ac:spMkLst>
        </pc:spChg>
        <pc:spChg chg="mod">
          <ac:chgData name="Dhangar Neha Rani" userId="0cb3565b-9096-4176-bcd8-43b555293a50" providerId="ADAL" clId="{F40777DB-CF34-4209-928A-8762F4BC3E0F}" dt="2025-11-23T04:45:49.124" v="1088" actId="1076"/>
          <ac:spMkLst>
            <pc:docMk/>
            <pc:sldMk cId="1026576339" sldId="257"/>
            <ac:spMk id="20" creationId="{00000000-0000-0000-0000-000000000000}"/>
          </ac:spMkLst>
        </pc:spChg>
        <pc:spChg chg="mod">
          <ac:chgData name="Dhangar Neha Rani" userId="0cb3565b-9096-4176-bcd8-43b555293a50" providerId="ADAL" clId="{F40777DB-CF34-4209-928A-8762F4BC3E0F}" dt="2025-11-23T04:45:49.124" v="1088" actId="1076"/>
          <ac:spMkLst>
            <pc:docMk/>
            <pc:sldMk cId="1026576339" sldId="257"/>
            <ac:spMk id="23" creationId="{00000000-0000-0000-0000-000000000000}"/>
          </ac:spMkLst>
        </pc:spChg>
        <pc:spChg chg="del">
          <ac:chgData name="Dhangar Neha Rani" userId="0cb3565b-9096-4176-bcd8-43b555293a50" providerId="ADAL" clId="{F40777DB-CF34-4209-928A-8762F4BC3E0F}" dt="2025-11-23T04:50:37.469" v="1116" actId="478"/>
          <ac:spMkLst>
            <pc:docMk/>
            <pc:sldMk cId="1026576339" sldId="257"/>
            <ac:spMk id="24" creationId="{00000000-0000-0000-0000-000000000000}"/>
          </ac:spMkLst>
        </pc:spChg>
        <pc:spChg chg="mod">
          <ac:chgData name="Dhangar Neha Rani" userId="0cb3565b-9096-4176-bcd8-43b555293a50" providerId="ADAL" clId="{F40777DB-CF34-4209-928A-8762F4BC3E0F}" dt="2025-11-23T04:51:49.186" v="1129" actId="2710"/>
          <ac:spMkLst>
            <pc:docMk/>
            <pc:sldMk cId="1026576339" sldId="257"/>
            <ac:spMk id="25" creationId="{00000000-0000-0000-0000-000000000000}"/>
          </ac:spMkLst>
        </pc:spChg>
        <pc:spChg chg="add del mod">
          <ac:chgData name="Dhangar Neha Rani" userId="0cb3565b-9096-4176-bcd8-43b555293a50" providerId="ADAL" clId="{F40777DB-CF34-4209-928A-8762F4BC3E0F}" dt="2025-11-23T08:31:39.484" v="2242" actId="21"/>
          <ac:spMkLst>
            <pc:docMk/>
            <pc:sldMk cId="1026576339" sldId="257"/>
            <ac:spMk id="27" creationId="{89DDEF0B-9410-B7B9-6819-F4DF2D8419DD}"/>
          </ac:spMkLst>
        </pc:spChg>
      </pc:sldChg>
      <pc:sldChg chg="addSp delSp modSp mod modTransition modAnim">
        <pc:chgData name="Dhangar Neha Rani" userId="0cb3565b-9096-4176-bcd8-43b555293a50" providerId="ADAL" clId="{F40777DB-CF34-4209-928A-8762F4BC3E0F}" dt="2025-11-23T05:51:05.540" v="1707"/>
        <pc:sldMkLst>
          <pc:docMk/>
          <pc:sldMk cId="3763687457" sldId="258"/>
        </pc:sldMkLst>
        <pc:spChg chg="add del mod">
          <ac:chgData name="Dhangar Neha Rani" userId="0cb3565b-9096-4176-bcd8-43b555293a50" providerId="ADAL" clId="{F40777DB-CF34-4209-928A-8762F4BC3E0F}" dt="2025-11-23T04:56:56.515" v="1142" actId="478"/>
          <ac:spMkLst>
            <pc:docMk/>
            <pc:sldMk cId="3763687457" sldId="258"/>
            <ac:spMk id="3" creationId="{00000000-0000-0000-0000-000000000000}"/>
          </ac:spMkLst>
        </pc:spChg>
        <pc:spChg chg="del mod">
          <ac:chgData name="Dhangar Neha Rani" userId="0cb3565b-9096-4176-bcd8-43b555293a50" providerId="ADAL" clId="{F40777DB-CF34-4209-928A-8762F4BC3E0F}" dt="2025-11-23T04:57:18.335" v="1143" actId="1076"/>
          <ac:spMkLst>
            <pc:docMk/>
            <pc:sldMk cId="3763687457" sldId="258"/>
            <ac:spMk id="5" creationId="{00000000-0000-0000-0000-000000000000}"/>
          </ac:spMkLst>
        </pc:spChg>
        <pc:spChg chg="add del mod">
          <ac:chgData name="Dhangar Neha Rani" userId="0cb3565b-9096-4176-bcd8-43b555293a50" providerId="ADAL" clId="{F40777DB-CF34-4209-928A-8762F4BC3E0F}" dt="2025-11-23T04:57:18.335" v="1143" actId="1076"/>
          <ac:spMkLst>
            <pc:docMk/>
            <pc:sldMk cId="3763687457" sldId="258"/>
            <ac:spMk id="6" creationId="{00000000-0000-0000-0000-000000000000}"/>
          </ac:spMkLst>
        </pc:spChg>
        <pc:spChg chg="add del mod">
          <ac:chgData name="Dhangar Neha Rani" userId="0cb3565b-9096-4176-bcd8-43b555293a50" providerId="ADAL" clId="{F40777DB-CF34-4209-928A-8762F4BC3E0F}" dt="2025-11-23T04:57:18.335" v="1143" actId="1076"/>
          <ac:spMkLst>
            <pc:docMk/>
            <pc:sldMk cId="3763687457" sldId="258"/>
            <ac:spMk id="8" creationId="{00000000-0000-0000-0000-000000000000}"/>
          </ac:spMkLst>
        </pc:spChg>
        <pc:spChg chg="add del mod">
          <ac:chgData name="Dhangar Neha Rani" userId="0cb3565b-9096-4176-bcd8-43b555293a50" providerId="ADAL" clId="{F40777DB-CF34-4209-928A-8762F4BC3E0F}" dt="2025-11-23T04:57:18.335" v="1143" actId="1076"/>
          <ac:spMkLst>
            <pc:docMk/>
            <pc:sldMk cId="3763687457" sldId="258"/>
            <ac:spMk id="9" creationId="{00000000-0000-0000-0000-000000000000}"/>
          </ac:spMkLst>
        </pc:spChg>
        <pc:spChg chg="add del mod">
          <ac:chgData name="Dhangar Neha Rani" userId="0cb3565b-9096-4176-bcd8-43b555293a50" providerId="ADAL" clId="{F40777DB-CF34-4209-928A-8762F4BC3E0F}" dt="2025-11-23T04:57:18.335" v="1143" actId="1076"/>
          <ac:spMkLst>
            <pc:docMk/>
            <pc:sldMk cId="3763687457" sldId="258"/>
            <ac:spMk id="11" creationId="{00000000-0000-0000-0000-000000000000}"/>
          </ac:spMkLst>
        </pc:spChg>
        <pc:spChg chg="add del mod">
          <ac:chgData name="Dhangar Neha Rani" userId="0cb3565b-9096-4176-bcd8-43b555293a50" providerId="ADAL" clId="{F40777DB-CF34-4209-928A-8762F4BC3E0F}" dt="2025-11-23T04:57:18.335" v="1143" actId="1076"/>
          <ac:spMkLst>
            <pc:docMk/>
            <pc:sldMk cId="3763687457" sldId="258"/>
            <ac:spMk id="12" creationId="{00000000-0000-0000-0000-000000000000}"/>
          </ac:spMkLst>
        </pc:spChg>
        <pc:spChg chg="add del mod">
          <ac:chgData name="Dhangar Neha Rani" userId="0cb3565b-9096-4176-bcd8-43b555293a50" providerId="ADAL" clId="{F40777DB-CF34-4209-928A-8762F4BC3E0F}" dt="2025-11-23T04:57:18.335" v="1143" actId="1076"/>
          <ac:spMkLst>
            <pc:docMk/>
            <pc:sldMk cId="3763687457" sldId="258"/>
            <ac:spMk id="14" creationId="{00000000-0000-0000-0000-000000000000}"/>
          </ac:spMkLst>
        </pc:spChg>
        <pc:spChg chg="add del mod">
          <ac:chgData name="Dhangar Neha Rani" userId="0cb3565b-9096-4176-bcd8-43b555293a50" providerId="ADAL" clId="{F40777DB-CF34-4209-928A-8762F4BC3E0F}" dt="2025-11-23T04:57:18.335" v="1143" actId="1076"/>
          <ac:spMkLst>
            <pc:docMk/>
            <pc:sldMk cId="3763687457" sldId="258"/>
            <ac:spMk id="15" creationId="{00000000-0000-0000-0000-000000000000}"/>
          </ac:spMkLst>
        </pc:spChg>
        <pc:spChg chg="add del mod">
          <ac:chgData name="Dhangar Neha Rani" userId="0cb3565b-9096-4176-bcd8-43b555293a50" providerId="ADAL" clId="{F40777DB-CF34-4209-928A-8762F4BC3E0F}" dt="2025-11-23T04:57:18.335" v="1143" actId="1076"/>
          <ac:spMkLst>
            <pc:docMk/>
            <pc:sldMk cId="3763687457" sldId="258"/>
            <ac:spMk id="17" creationId="{00000000-0000-0000-0000-000000000000}"/>
          </ac:spMkLst>
        </pc:spChg>
        <pc:spChg chg="add mod">
          <ac:chgData name="Dhangar Neha Rani" userId="0cb3565b-9096-4176-bcd8-43b555293a50" providerId="ADAL" clId="{F40777DB-CF34-4209-928A-8762F4BC3E0F}" dt="2025-11-23T04:57:18.335" v="1143" actId="1076"/>
          <ac:spMkLst>
            <pc:docMk/>
            <pc:sldMk cId="3763687457" sldId="258"/>
            <ac:spMk id="18" creationId="{00000000-0000-0000-0000-000000000000}"/>
          </ac:spMkLst>
        </pc:spChg>
        <pc:picChg chg="add del">
          <ac:chgData name="Dhangar Neha Rani" userId="0cb3565b-9096-4176-bcd8-43b555293a50" providerId="ADAL" clId="{F40777DB-CF34-4209-928A-8762F4BC3E0F}" dt="2025-11-23T05:08:23.258" v="1145" actId="478"/>
          <ac:picMkLst>
            <pc:docMk/>
            <pc:sldMk cId="3763687457" sldId="258"/>
            <ac:picMk id="4" creationId="{00000000-0000-0000-0000-000000000000}"/>
          </ac:picMkLst>
        </pc:picChg>
      </pc:sldChg>
      <pc:sldChg chg="addSp delSp modSp del mod modTransition addAnim delAnim modAnim">
        <pc:chgData name="Dhangar Neha Rani" userId="0cb3565b-9096-4176-bcd8-43b555293a50" providerId="ADAL" clId="{F40777DB-CF34-4209-928A-8762F4BC3E0F}" dt="2025-11-23T05:20:17.310" v="1219" actId="47"/>
        <pc:sldMkLst>
          <pc:docMk/>
          <pc:sldMk cId="2182281554" sldId="260"/>
        </pc:sldMkLst>
        <pc:spChg chg="mod">
          <ac:chgData name="Dhangar Neha Rani" userId="0cb3565b-9096-4176-bcd8-43b555293a50" providerId="ADAL" clId="{F40777DB-CF34-4209-928A-8762F4BC3E0F}" dt="2025-11-23T05:14:06.560" v="1167" actId="2711"/>
          <ac:spMkLst>
            <pc:docMk/>
            <pc:sldMk cId="2182281554" sldId="260"/>
            <ac:spMk id="2" creationId="{00000000-0000-0000-0000-000000000000}"/>
          </ac:spMkLst>
        </pc:spChg>
        <pc:spChg chg="add del mod">
          <ac:chgData name="Dhangar Neha Rani" userId="0cb3565b-9096-4176-bcd8-43b555293a50" providerId="ADAL" clId="{F40777DB-CF34-4209-928A-8762F4BC3E0F}" dt="2025-11-23T05:18:40.136" v="1200" actId="478"/>
          <ac:spMkLst>
            <pc:docMk/>
            <pc:sldMk cId="2182281554" sldId="260"/>
            <ac:spMk id="3" creationId="{00000000-0000-0000-0000-000000000000}"/>
          </ac:spMkLst>
        </pc:spChg>
        <pc:spChg chg="mod">
          <ac:chgData name="Dhangar Neha Rani" userId="0cb3565b-9096-4176-bcd8-43b555293a50" providerId="ADAL" clId="{F40777DB-CF34-4209-928A-8762F4BC3E0F}" dt="2025-11-23T05:18:49.065" v="1201" actId="1076"/>
          <ac:spMkLst>
            <pc:docMk/>
            <pc:sldMk cId="2182281554" sldId="260"/>
            <ac:spMk id="5" creationId="{00000000-0000-0000-0000-000000000000}"/>
          </ac:spMkLst>
        </pc:spChg>
        <pc:spChg chg="add del mod">
          <ac:chgData name="Dhangar Neha Rani" userId="0cb3565b-9096-4176-bcd8-43b555293a50" providerId="ADAL" clId="{F40777DB-CF34-4209-928A-8762F4BC3E0F}" dt="2025-11-23T05:18:40.136" v="1200" actId="478"/>
          <ac:spMkLst>
            <pc:docMk/>
            <pc:sldMk cId="2182281554" sldId="260"/>
            <ac:spMk id="6" creationId="{00000000-0000-0000-0000-000000000000}"/>
          </ac:spMkLst>
        </pc:spChg>
        <pc:spChg chg="add del mod">
          <ac:chgData name="Dhangar Neha Rani" userId="0cb3565b-9096-4176-bcd8-43b555293a50" providerId="ADAL" clId="{F40777DB-CF34-4209-928A-8762F4BC3E0F}" dt="2025-11-23T05:18:40.136" v="1200" actId="478"/>
          <ac:spMkLst>
            <pc:docMk/>
            <pc:sldMk cId="2182281554" sldId="260"/>
            <ac:spMk id="7" creationId="{00000000-0000-0000-0000-000000000000}"/>
          </ac:spMkLst>
        </pc:spChg>
        <pc:spChg chg="add del mod">
          <ac:chgData name="Dhangar Neha Rani" userId="0cb3565b-9096-4176-bcd8-43b555293a50" providerId="ADAL" clId="{F40777DB-CF34-4209-928A-8762F4BC3E0F}" dt="2025-11-23T05:18:40.136" v="1200" actId="478"/>
          <ac:spMkLst>
            <pc:docMk/>
            <pc:sldMk cId="2182281554" sldId="260"/>
            <ac:spMk id="8" creationId="{00000000-0000-0000-0000-000000000000}"/>
          </ac:spMkLst>
        </pc:spChg>
        <pc:spChg chg="add del mod">
          <ac:chgData name="Dhangar Neha Rani" userId="0cb3565b-9096-4176-bcd8-43b555293a50" providerId="ADAL" clId="{F40777DB-CF34-4209-928A-8762F4BC3E0F}" dt="2025-11-23T05:18:40.136" v="1200" actId="478"/>
          <ac:spMkLst>
            <pc:docMk/>
            <pc:sldMk cId="2182281554" sldId="260"/>
            <ac:spMk id="10" creationId="{00000000-0000-0000-0000-000000000000}"/>
          </ac:spMkLst>
        </pc:spChg>
        <pc:spChg chg="add del mod">
          <ac:chgData name="Dhangar Neha Rani" userId="0cb3565b-9096-4176-bcd8-43b555293a50" providerId="ADAL" clId="{F40777DB-CF34-4209-928A-8762F4BC3E0F}" dt="2025-11-23T05:18:40.136" v="1200" actId="478"/>
          <ac:spMkLst>
            <pc:docMk/>
            <pc:sldMk cId="2182281554" sldId="260"/>
            <ac:spMk id="11" creationId="{00000000-0000-0000-0000-000000000000}"/>
          </ac:spMkLst>
        </pc:spChg>
        <pc:spChg chg="mod">
          <ac:chgData name="Dhangar Neha Rani" userId="0cb3565b-9096-4176-bcd8-43b555293a50" providerId="ADAL" clId="{F40777DB-CF34-4209-928A-8762F4BC3E0F}" dt="2025-11-23T05:18:55.684" v="1205" actId="122"/>
          <ac:spMkLst>
            <pc:docMk/>
            <pc:sldMk cId="2182281554" sldId="260"/>
            <ac:spMk id="14" creationId="{00000000-0000-0000-0000-000000000000}"/>
          </ac:spMkLst>
        </pc:spChg>
        <pc:spChg chg="add del mod">
          <ac:chgData name="Dhangar Neha Rani" userId="0cb3565b-9096-4176-bcd8-43b555293a50" providerId="ADAL" clId="{F40777DB-CF34-4209-928A-8762F4BC3E0F}" dt="2025-11-23T05:18:40.136" v="1200" actId="478"/>
          <ac:spMkLst>
            <pc:docMk/>
            <pc:sldMk cId="2182281554" sldId="260"/>
            <ac:spMk id="16" creationId="{00000000-0000-0000-0000-000000000000}"/>
          </ac:spMkLst>
        </pc:spChg>
        <pc:spChg chg="add del">
          <ac:chgData name="Dhangar Neha Rani" userId="0cb3565b-9096-4176-bcd8-43b555293a50" providerId="ADAL" clId="{F40777DB-CF34-4209-928A-8762F4BC3E0F}" dt="2025-11-23T05:18:40.136" v="1200" actId="478"/>
          <ac:spMkLst>
            <pc:docMk/>
            <pc:sldMk cId="2182281554" sldId="260"/>
            <ac:spMk id="17" creationId="{00000000-0000-0000-0000-000000000000}"/>
          </ac:spMkLst>
        </pc:spChg>
        <pc:spChg chg="add del mod">
          <ac:chgData name="Dhangar Neha Rani" userId="0cb3565b-9096-4176-bcd8-43b555293a50" providerId="ADAL" clId="{F40777DB-CF34-4209-928A-8762F4BC3E0F}" dt="2025-11-23T05:18:40.136" v="1200" actId="478"/>
          <ac:spMkLst>
            <pc:docMk/>
            <pc:sldMk cId="2182281554" sldId="260"/>
            <ac:spMk id="20" creationId="{00000000-0000-0000-0000-000000000000}"/>
          </ac:spMkLst>
        </pc:spChg>
        <pc:spChg chg="add del mod">
          <ac:chgData name="Dhangar Neha Rani" userId="0cb3565b-9096-4176-bcd8-43b555293a50" providerId="ADAL" clId="{F40777DB-CF34-4209-928A-8762F4BC3E0F}" dt="2025-11-23T05:18:40.136" v="1200" actId="478"/>
          <ac:spMkLst>
            <pc:docMk/>
            <pc:sldMk cId="2182281554" sldId="260"/>
            <ac:spMk id="21" creationId="{00000000-0000-0000-0000-000000000000}"/>
          </ac:spMkLst>
        </pc:spChg>
      </pc:sldChg>
      <pc:sldChg chg="addSp delSp modSp mod modTransition delAnim modAnim">
        <pc:chgData name="Dhangar Neha Rani" userId="0cb3565b-9096-4176-bcd8-43b555293a50" providerId="ADAL" clId="{F40777DB-CF34-4209-928A-8762F4BC3E0F}" dt="2025-11-23T08:40:01.524" v="2282"/>
        <pc:sldMkLst>
          <pc:docMk/>
          <pc:sldMk cId="4073409238" sldId="261"/>
        </pc:sldMkLst>
        <pc:spChg chg="mod">
          <ac:chgData name="Dhangar Neha Rani" userId="0cb3565b-9096-4176-bcd8-43b555293a50" providerId="ADAL" clId="{F40777DB-CF34-4209-928A-8762F4BC3E0F}" dt="2025-11-23T05:51:52.885" v="1714" actId="1076"/>
          <ac:spMkLst>
            <pc:docMk/>
            <pc:sldMk cId="4073409238" sldId="261"/>
            <ac:spMk id="4" creationId="{00000000-0000-0000-0000-000000000000}"/>
          </ac:spMkLst>
        </pc:spChg>
        <pc:spChg chg="mod">
          <ac:chgData name="Dhangar Neha Rani" userId="0cb3565b-9096-4176-bcd8-43b555293a50" providerId="ADAL" clId="{F40777DB-CF34-4209-928A-8762F4BC3E0F}" dt="2025-11-23T05:52:09.842" v="1717" actId="14100"/>
          <ac:spMkLst>
            <pc:docMk/>
            <pc:sldMk cId="4073409238" sldId="261"/>
            <ac:spMk id="5" creationId="{00000000-0000-0000-0000-000000000000}"/>
          </ac:spMkLst>
        </pc:spChg>
        <pc:spChg chg="mod">
          <ac:chgData name="Dhangar Neha Rani" userId="0cb3565b-9096-4176-bcd8-43b555293a50" providerId="ADAL" clId="{F40777DB-CF34-4209-928A-8762F4BC3E0F}" dt="2025-11-23T05:52:09.842" v="1717" actId="14100"/>
          <ac:spMkLst>
            <pc:docMk/>
            <pc:sldMk cId="4073409238" sldId="261"/>
            <ac:spMk id="6" creationId="{00000000-0000-0000-0000-000000000000}"/>
          </ac:spMkLst>
        </pc:spChg>
        <pc:spChg chg="mod">
          <ac:chgData name="Dhangar Neha Rani" userId="0cb3565b-9096-4176-bcd8-43b555293a50" providerId="ADAL" clId="{F40777DB-CF34-4209-928A-8762F4BC3E0F}" dt="2025-11-23T05:52:09.842" v="1717" actId="14100"/>
          <ac:spMkLst>
            <pc:docMk/>
            <pc:sldMk cId="4073409238" sldId="261"/>
            <ac:spMk id="7" creationId="{00000000-0000-0000-0000-000000000000}"/>
          </ac:spMkLst>
        </pc:spChg>
        <pc:spChg chg="mod">
          <ac:chgData name="Dhangar Neha Rani" userId="0cb3565b-9096-4176-bcd8-43b555293a50" providerId="ADAL" clId="{F40777DB-CF34-4209-928A-8762F4BC3E0F}" dt="2025-11-23T05:51:33.075" v="1710" actId="2711"/>
          <ac:spMkLst>
            <pc:docMk/>
            <pc:sldMk cId="4073409238" sldId="261"/>
            <ac:spMk id="8" creationId="{35676C2E-44BD-9BF6-6E82-A298A44ED356}"/>
          </ac:spMkLst>
        </pc:spChg>
        <pc:picChg chg="del mod">
          <ac:chgData name="Dhangar Neha Rani" userId="0cb3565b-9096-4176-bcd8-43b555293a50" providerId="ADAL" clId="{F40777DB-CF34-4209-928A-8762F4BC3E0F}" dt="2025-11-23T08:07:46.102" v="1881" actId="478"/>
          <ac:picMkLst>
            <pc:docMk/>
            <pc:sldMk cId="4073409238" sldId="261"/>
            <ac:picMk id="2" creationId="{00000000-0000-0000-0000-000000000000}"/>
          </ac:picMkLst>
        </pc:picChg>
        <pc:picChg chg="add mod">
          <ac:chgData name="Dhangar Neha Rani" userId="0cb3565b-9096-4176-bcd8-43b555293a50" providerId="ADAL" clId="{F40777DB-CF34-4209-928A-8762F4BC3E0F}" dt="2025-11-23T08:08:16.311" v="1886" actId="14100"/>
          <ac:picMkLst>
            <pc:docMk/>
            <pc:sldMk cId="4073409238" sldId="261"/>
            <ac:picMk id="9" creationId="{EA3407B3-B1CD-DE07-5B15-2FFFD84E868E}"/>
          </ac:picMkLst>
        </pc:picChg>
      </pc:sldChg>
      <pc:sldChg chg="addSp delSp modSp del mod">
        <pc:chgData name="Dhangar Neha Rani" userId="0cb3565b-9096-4176-bcd8-43b555293a50" providerId="ADAL" clId="{F40777DB-CF34-4209-928A-8762F4BC3E0F}" dt="2025-11-22T16:21:40.384" v="3" actId="47"/>
        <pc:sldMkLst>
          <pc:docMk/>
          <pc:sldMk cId="977147050" sldId="262"/>
        </pc:sldMkLst>
        <pc:picChg chg="del">
          <ac:chgData name="Dhangar Neha Rani" userId="0cb3565b-9096-4176-bcd8-43b555293a50" providerId="ADAL" clId="{F40777DB-CF34-4209-928A-8762F4BC3E0F}" dt="2025-11-22T15:37:09.577" v="0" actId="478"/>
          <ac:picMkLst>
            <pc:docMk/>
            <pc:sldMk cId="977147050" sldId="262"/>
            <ac:picMk id="2" creationId="{00000000-0000-0000-0000-000000000000}"/>
          </ac:picMkLst>
        </pc:picChg>
        <pc:picChg chg="add mod">
          <ac:chgData name="Dhangar Neha Rani" userId="0cb3565b-9096-4176-bcd8-43b555293a50" providerId="ADAL" clId="{F40777DB-CF34-4209-928A-8762F4BC3E0F}" dt="2025-11-22T15:38:37.827" v="1"/>
          <ac:picMkLst>
            <pc:docMk/>
            <pc:sldMk cId="977147050" sldId="262"/>
            <ac:picMk id="5" creationId="{00000000-0000-0000-0000-000000000000}"/>
          </ac:picMkLst>
        </pc:picChg>
      </pc:sldChg>
      <pc:sldChg chg="addSp delSp modSp mod modTransition setBg modAnim">
        <pc:chgData name="Dhangar Neha Rani" userId="0cb3565b-9096-4176-bcd8-43b555293a50" providerId="ADAL" clId="{F40777DB-CF34-4209-928A-8762F4BC3E0F}" dt="2025-11-23T08:46:22.400" v="2324"/>
        <pc:sldMkLst>
          <pc:docMk/>
          <pc:sldMk cId="2757202587" sldId="263"/>
        </pc:sldMkLst>
        <pc:spChg chg="mod">
          <ac:chgData name="Dhangar Neha Rani" userId="0cb3565b-9096-4176-bcd8-43b555293a50" providerId="ADAL" clId="{F40777DB-CF34-4209-928A-8762F4BC3E0F}" dt="2025-11-23T03:49:56.350" v="492" actId="1076"/>
          <ac:spMkLst>
            <pc:docMk/>
            <pc:sldMk cId="2757202587" sldId="263"/>
            <ac:spMk id="3" creationId="{00000000-0000-0000-0000-000000000000}"/>
          </ac:spMkLst>
        </pc:spChg>
        <pc:spChg chg="del">
          <ac:chgData name="Dhangar Neha Rani" userId="0cb3565b-9096-4176-bcd8-43b555293a50" providerId="ADAL" clId="{F40777DB-CF34-4209-928A-8762F4BC3E0F}" dt="2025-11-23T03:24:23.861" v="132" actId="478"/>
          <ac:spMkLst>
            <pc:docMk/>
            <pc:sldMk cId="2757202587" sldId="263"/>
            <ac:spMk id="4" creationId="{00000000-0000-0000-0000-000000000000}"/>
          </ac:spMkLst>
        </pc:spChg>
        <pc:spChg chg="del">
          <ac:chgData name="Dhangar Neha Rani" userId="0cb3565b-9096-4176-bcd8-43b555293a50" providerId="ADAL" clId="{F40777DB-CF34-4209-928A-8762F4BC3E0F}" dt="2025-11-23T03:24:23.861" v="132" actId="478"/>
          <ac:spMkLst>
            <pc:docMk/>
            <pc:sldMk cId="2757202587" sldId="263"/>
            <ac:spMk id="5" creationId="{00000000-0000-0000-0000-000000000000}"/>
          </ac:spMkLst>
        </pc:spChg>
        <pc:spChg chg="del">
          <ac:chgData name="Dhangar Neha Rani" userId="0cb3565b-9096-4176-bcd8-43b555293a50" providerId="ADAL" clId="{F40777DB-CF34-4209-928A-8762F4BC3E0F}" dt="2025-11-23T03:24:23.861" v="132" actId="478"/>
          <ac:spMkLst>
            <pc:docMk/>
            <pc:sldMk cId="2757202587" sldId="263"/>
            <ac:spMk id="6" creationId="{00000000-0000-0000-0000-000000000000}"/>
          </ac:spMkLst>
        </pc:spChg>
        <pc:spChg chg="del">
          <ac:chgData name="Dhangar Neha Rani" userId="0cb3565b-9096-4176-bcd8-43b555293a50" providerId="ADAL" clId="{F40777DB-CF34-4209-928A-8762F4BC3E0F}" dt="2025-11-23T03:24:23.861" v="132" actId="478"/>
          <ac:spMkLst>
            <pc:docMk/>
            <pc:sldMk cId="2757202587" sldId="263"/>
            <ac:spMk id="7" creationId="{00000000-0000-0000-0000-000000000000}"/>
          </ac:spMkLst>
        </pc:spChg>
        <pc:spChg chg="del">
          <ac:chgData name="Dhangar Neha Rani" userId="0cb3565b-9096-4176-bcd8-43b555293a50" providerId="ADAL" clId="{F40777DB-CF34-4209-928A-8762F4BC3E0F}" dt="2025-11-23T03:24:28.536" v="133" actId="478"/>
          <ac:spMkLst>
            <pc:docMk/>
            <pc:sldMk cId="2757202587" sldId="263"/>
            <ac:spMk id="8" creationId="{00000000-0000-0000-0000-000000000000}"/>
          </ac:spMkLst>
        </pc:spChg>
        <pc:spChg chg="del">
          <ac:chgData name="Dhangar Neha Rani" userId="0cb3565b-9096-4176-bcd8-43b555293a50" providerId="ADAL" clId="{F40777DB-CF34-4209-928A-8762F4BC3E0F}" dt="2025-11-23T03:24:28.536" v="133" actId="478"/>
          <ac:spMkLst>
            <pc:docMk/>
            <pc:sldMk cId="2757202587" sldId="263"/>
            <ac:spMk id="9" creationId="{00000000-0000-0000-0000-000000000000}"/>
          </ac:spMkLst>
        </pc:spChg>
        <pc:spChg chg="add del">
          <ac:chgData name="Dhangar Neha Rani" userId="0cb3565b-9096-4176-bcd8-43b555293a50" providerId="ADAL" clId="{F40777DB-CF34-4209-928A-8762F4BC3E0F}" dt="2025-11-23T03:24:01.399" v="128" actId="22"/>
          <ac:spMkLst>
            <pc:docMk/>
            <pc:sldMk cId="2757202587" sldId="263"/>
            <ac:spMk id="14" creationId="{F84E4596-A87B-BBA7-308B-05221E2A0E94}"/>
          </ac:spMkLst>
        </pc:spChg>
        <pc:spChg chg="mod">
          <ac:chgData name="Dhangar Neha Rani" userId="0cb3565b-9096-4176-bcd8-43b555293a50" providerId="ADAL" clId="{F40777DB-CF34-4209-928A-8762F4BC3E0F}" dt="2025-11-23T05:42:03.958" v="1531"/>
          <ac:spMkLst>
            <pc:docMk/>
            <pc:sldMk cId="2757202587" sldId="263"/>
            <ac:spMk id="18" creationId="{9CE9B64B-6178-47C5-5DCE-E82C7A22F455}"/>
          </ac:spMkLst>
        </pc:spChg>
        <pc:spChg chg="add mod">
          <ac:chgData name="Dhangar Neha Rani" userId="0cb3565b-9096-4176-bcd8-43b555293a50" providerId="ADAL" clId="{F40777DB-CF34-4209-928A-8762F4BC3E0F}" dt="2025-11-23T04:03:46.408" v="711" actId="14100"/>
          <ac:spMkLst>
            <pc:docMk/>
            <pc:sldMk cId="2757202587" sldId="263"/>
            <ac:spMk id="19" creationId="{8AE7AC72-27CE-531D-3B25-296DBDBF8A00}"/>
          </ac:spMkLst>
        </pc:spChg>
        <pc:graphicFrameChg chg="add mod modGraphic">
          <ac:chgData name="Dhangar Neha Rani" userId="0cb3565b-9096-4176-bcd8-43b555293a50" providerId="ADAL" clId="{F40777DB-CF34-4209-928A-8762F4BC3E0F}" dt="2025-11-23T05:49:31.618" v="1699"/>
          <ac:graphicFrameMkLst>
            <pc:docMk/>
            <pc:sldMk cId="2757202587" sldId="263"/>
            <ac:graphicFrameMk id="16" creationId="{105CF1B5-7A1D-1906-4FCF-2D0AC685EB17}"/>
          </ac:graphicFrameMkLst>
        </pc:graphicFrameChg>
        <pc:picChg chg="del mod">
          <ac:chgData name="Dhangar Neha Rani" userId="0cb3565b-9096-4176-bcd8-43b555293a50" providerId="ADAL" clId="{F40777DB-CF34-4209-928A-8762F4BC3E0F}" dt="2025-11-23T03:22:06.034" v="14" actId="478"/>
          <ac:picMkLst>
            <pc:docMk/>
            <pc:sldMk cId="2757202587" sldId="263"/>
            <ac:picMk id="2" creationId="{00000000-0000-0000-0000-000000000000}"/>
          </ac:picMkLst>
        </pc:picChg>
        <pc:picChg chg="add del mod ord">
          <ac:chgData name="Dhangar Neha Rani" userId="0cb3565b-9096-4176-bcd8-43b555293a50" providerId="ADAL" clId="{F40777DB-CF34-4209-928A-8762F4BC3E0F}" dt="2025-11-23T03:32:40.724" v="350" actId="478"/>
          <ac:picMkLst>
            <pc:docMk/>
            <pc:sldMk cId="2757202587" sldId="263"/>
            <ac:picMk id="17" creationId="{E913A133-D5FF-4A86-F548-10444D9393E7}"/>
          </ac:picMkLst>
        </pc:picChg>
        <pc:cxnChg chg="add mod">
          <ac:chgData name="Dhangar Neha Rani" userId="0cb3565b-9096-4176-bcd8-43b555293a50" providerId="ADAL" clId="{F40777DB-CF34-4209-928A-8762F4BC3E0F}" dt="2025-11-23T03:50:49.133" v="497" actId="14100"/>
          <ac:cxnSpMkLst>
            <pc:docMk/>
            <pc:sldMk cId="2757202587" sldId="263"/>
            <ac:cxnSpMk id="12" creationId="{E5B0131A-EDAD-A473-A743-01E75D7A2FB2}"/>
          </ac:cxnSpMkLst>
        </pc:cxnChg>
        <pc:cxnChg chg="add mod">
          <ac:chgData name="Dhangar Neha Rani" userId="0cb3565b-9096-4176-bcd8-43b555293a50" providerId="ADAL" clId="{F40777DB-CF34-4209-928A-8762F4BC3E0F}" dt="2025-11-23T03:50:49.133" v="497" actId="14100"/>
          <ac:cxnSpMkLst>
            <pc:docMk/>
            <pc:sldMk cId="2757202587" sldId="263"/>
            <ac:cxnSpMk id="15" creationId="{52FA144B-8907-2A3A-70D6-2C2F844667E6}"/>
          </ac:cxnSpMkLst>
        </pc:cxnChg>
      </pc:sldChg>
      <pc:sldChg chg="del">
        <pc:chgData name="Dhangar Neha Rani" userId="0cb3565b-9096-4176-bcd8-43b555293a50" providerId="ADAL" clId="{F40777DB-CF34-4209-928A-8762F4BC3E0F}" dt="2025-11-23T03:36:54.008" v="370" actId="47"/>
        <pc:sldMkLst>
          <pc:docMk/>
          <pc:sldMk cId="1997892742" sldId="264"/>
        </pc:sldMkLst>
      </pc:sldChg>
      <pc:sldChg chg="addSp delSp modSp mod modTransition delAnim modAnim">
        <pc:chgData name="Dhangar Neha Rani" userId="0cb3565b-9096-4176-bcd8-43b555293a50" providerId="ADAL" clId="{F40777DB-CF34-4209-928A-8762F4BC3E0F}" dt="2025-11-23T08:39:40.358" v="2281"/>
        <pc:sldMkLst>
          <pc:docMk/>
          <pc:sldMk cId="2788507727" sldId="265"/>
        </pc:sldMkLst>
        <pc:spChg chg="mod">
          <ac:chgData name="Dhangar Neha Rani" userId="0cb3565b-9096-4176-bcd8-43b555293a50" providerId="ADAL" clId="{F40777DB-CF34-4209-928A-8762F4BC3E0F}" dt="2025-11-23T04:18:06.274" v="882" actId="1076"/>
          <ac:spMkLst>
            <pc:docMk/>
            <pc:sldMk cId="2788507727" sldId="265"/>
            <ac:spMk id="3" creationId="{00000000-0000-0000-0000-000000000000}"/>
          </ac:spMkLst>
        </pc:spChg>
        <pc:spChg chg="del mod">
          <ac:chgData name="Dhangar Neha Rani" userId="0cb3565b-9096-4176-bcd8-43b555293a50" providerId="ADAL" clId="{F40777DB-CF34-4209-928A-8762F4BC3E0F}" dt="2025-11-23T04:16:13.278" v="840" actId="478"/>
          <ac:spMkLst>
            <pc:docMk/>
            <pc:sldMk cId="2788507727" sldId="265"/>
            <ac:spMk id="4" creationId="{00000000-0000-0000-0000-000000000000}"/>
          </ac:spMkLst>
        </pc:spChg>
        <pc:spChg chg="mod">
          <ac:chgData name="Dhangar Neha Rani" userId="0cb3565b-9096-4176-bcd8-43b555293a50" providerId="ADAL" clId="{F40777DB-CF34-4209-928A-8762F4BC3E0F}" dt="2025-11-23T05:42:03.958" v="1531"/>
          <ac:spMkLst>
            <pc:docMk/>
            <pc:sldMk cId="2788507727" sldId="265"/>
            <ac:spMk id="5" creationId="{44A23D3E-1223-6155-F644-11A9E83EB23E}"/>
          </ac:spMkLst>
        </pc:spChg>
        <pc:spChg chg="add">
          <ac:chgData name="Dhangar Neha Rani" userId="0cb3565b-9096-4176-bcd8-43b555293a50" providerId="ADAL" clId="{F40777DB-CF34-4209-928A-8762F4BC3E0F}" dt="2025-11-23T04:15:07.534" v="739"/>
          <ac:spMkLst>
            <pc:docMk/>
            <pc:sldMk cId="2788507727" sldId="265"/>
            <ac:spMk id="6" creationId="{A10EAD1A-0DCC-DE0C-D8B2-BD4C34306DE6}"/>
          </ac:spMkLst>
        </pc:spChg>
        <pc:spChg chg="add">
          <ac:chgData name="Dhangar Neha Rani" userId="0cb3565b-9096-4176-bcd8-43b555293a50" providerId="ADAL" clId="{F40777DB-CF34-4209-928A-8762F4BC3E0F}" dt="2025-11-23T04:15:21.292" v="839"/>
          <ac:spMkLst>
            <pc:docMk/>
            <pc:sldMk cId="2788507727" sldId="265"/>
            <ac:spMk id="7" creationId="{B91FD7F7-22AE-DD83-46BF-0D393DCDC66F}"/>
          </ac:spMkLst>
        </pc:spChg>
        <pc:spChg chg="add del mod">
          <ac:chgData name="Dhangar Neha Rani" userId="0cb3565b-9096-4176-bcd8-43b555293a50" providerId="ADAL" clId="{F40777DB-CF34-4209-928A-8762F4BC3E0F}" dt="2025-11-23T04:16:26.134" v="846"/>
          <ac:spMkLst>
            <pc:docMk/>
            <pc:sldMk cId="2788507727" sldId="265"/>
            <ac:spMk id="8" creationId="{3DCE7871-035B-E9C9-4B78-43B344F4DBDA}"/>
          </ac:spMkLst>
        </pc:spChg>
        <pc:spChg chg="add mod">
          <ac:chgData name="Dhangar Neha Rani" userId="0cb3565b-9096-4176-bcd8-43b555293a50" providerId="ADAL" clId="{F40777DB-CF34-4209-928A-8762F4BC3E0F}" dt="2025-11-23T04:18:19.558" v="886" actId="1076"/>
          <ac:spMkLst>
            <pc:docMk/>
            <pc:sldMk cId="2788507727" sldId="265"/>
            <ac:spMk id="10" creationId="{1E740260-7689-FC17-3530-821DA258501F}"/>
          </ac:spMkLst>
        </pc:spChg>
        <pc:picChg chg="del mod">
          <ac:chgData name="Dhangar Neha Rani" userId="0cb3565b-9096-4176-bcd8-43b555293a50" providerId="ADAL" clId="{F40777DB-CF34-4209-928A-8762F4BC3E0F}" dt="2025-11-23T07:53:29.086" v="1833" actId="478"/>
          <ac:picMkLst>
            <pc:docMk/>
            <pc:sldMk cId="2788507727" sldId="265"/>
            <ac:picMk id="2" creationId="{00000000-0000-0000-0000-000000000000}"/>
          </ac:picMkLst>
        </pc:picChg>
        <pc:picChg chg="add mod">
          <ac:chgData name="Dhangar Neha Rani" userId="0cb3565b-9096-4176-bcd8-43b555293a50" providerId="ADAL" clId="{F40777DB-CF34-4209-928A-8762F4BC3E0F}" dt="2025-11-23T07:56:34.187" v="1852"/>
          <ac:picMkLst>
            <pc:docMk/>
            <pc:sldMk cId="2788507727" sldId="265"/>
            <ac:picMk id="11" creationId="{837745D4-EAB5-517A-EEB6-D5B1D7ACAC5F}"/>
          </ac:picMkLst>
        </pc:picChg>
      </pc:sldChg>
      <pc:sldChg chg="modSp mod modTransition modAnim">
        <pc:chgData name="Dhangar Neha Rani" userId="0cb3565b-9096-4176-bcd8-43b555293a50" providerId="ADAL" clId="{F40777DB-CF34-4209-928A-8762F4BC3E0F}" dt="2025-11-23T05:50:39.684" v="1702"/>
        <pc:sldMkLst>
          <pc:docMk/>
          <pc:sldMk cId="3947994780" sldId="266"/>
        </pc:sldMkLst>
        <pc:spChg chg="mod">
          <ac:chgData name="Dhangar Neha Rani" userId="0cb3565b-9096-4176-bcd8-43b555293a50" providerId="ADAL" clId="{F40777DB-CF34-4209-928A-8762F4BC3E0F}" dt="2025-11-23T04:36:03.708" v="1043" actId="2711"/>
          <ac:spMkLst>
            <pc:docMk/>
            <pc:sldMk cId="3947994780" sldId="266"/>
            <ac:spMk id="2" creationId="{00000000-0000-0000-0000-000000000000}"/>
          </ac:spMkLst>
        </pc:spChg>
        <pc:spChg chg="mod">
          <ac:chgData name="Dhangar Neha Rani" userId="0cb3565b-9096-4176-bcd8-43b555293a50" providerId="ADAL" clId="{F40777DB-CF34-4209-928A-8762F4BC3E0F}" dt="2025-11-23T04:35:55.332" v="1042" actId="2711"/>
          <ac:spMkLst>
            <pc:docMk/>
            <pc:sldMk cId="3947994780" sldId="266"/>
            <ac:spMk id="4" creationId="{00000000-0000-0000-0000-000000000000}"/>
          </ac:spMkLst>
        </pc:spChg>
        <pc:spChg chg="mod">
          <ac:chgData name="Dhangar Neha Rani" userId="0cb3565b-9096-4176-bcd8-43b555293a50" providerId="ADAL" clId="{F40777DB-CF34-4209-928A-8762F4BC3E0F}" dt="2025-11-23T04:35:55.332" v="1042" actId="2711"/>
          <ac:spMkLst>
            <pc:docMk/>
            <pc:sldMk cId="3947994780" sldId="266"/>
            <ac:spMk id="11" creationId="{00000000-0000-0000-0000-000000000000}"/>
          </ac:spMkLst>
        </pc:spChg>
        <pc:spChg chg="mod">
          <ac:chgData name="Dhangar Neha Rani" userId="0cb3565b-9096-4176-bcd8-43b555293a50" providerId="ADAL" clId="{F40777DB-CF34-4209-928A-8762F4BC3E0F}" dt="2025-11-23T04:35:55.332" v="1042" actId="2711"/>
          <ac:spMkLst>
            <pc:docMk/>
            <pc:sldMk cId="3947994780" sldId="266"/>
            <ac:spMk id="13" creationId="{00000000-0000-0000-0000-000000000000}"/>
          </ac:spMkLst>
        </pc:spChg>
        <pc:spChg chg="mod">
          <ac:chgData name="Dhangar Neha Rani" userId="0cb3565b-9096-4176-bcd8-43b555293a50" providerId="ADAL" clId="{F40777DB-CF34-4209-928A-8762F4BC3E0F}" dt="2025-11-23T04:35:55.332" v="1042" actId="2711"/>
          <ac:spMkLst>
            <pc:docMk/>
            <pc:sldMk cId="3947994780" sldId="266"/>
            <ac:spMk id="16" creationId="{00000000-0000-0000-0000-000000000000}"/>
          </ac:spMkLst>
        </pc:spChg>
        <pc:spChg chg="mod">
          <ac:chgData name="Dhangar Neha Rani" userId="0cb3565b-9096-4176-bcd8-43b555293a50" providerId="ADAL" clId="{F40777DB-CF34-4209-928A-8762F4BC3E0F}" dt="2025-11-23T04:35:55.332" v="1042" actId="2711"/>
          <ac:spMkLst>
            <pc:docMk/>
            <pc:sldMk cId="3947994780" sldId="266"/>
            <ac:spMk id="18" creationId="{00000000-0000-0000-0000-000000000000}"/>
          </ac:spMkLst>
        </pc:spChg>
        <pc:spChg chg="mod">
          <ac:chgData name="Dhangar Neha Rani" userId="0cb3565b-9096-4176-bcd8-43b555293a50" providerId="ADAL" clId="{F40777DB-CF34-4209-928A-8762F4BC3E0F}" dt="2025-11-23T04:35:55.332" v="1042" actId="2711"/>
          <ac:spMkLst>
            <pc:docMk/>
            <pc:sldMk cId="3947994780" sldId="266"/>
            <ac:spMk id="21" creationId="{00000000-0000-0000-0000-000000000000}"/>
          </ac:spMkLst>
        </pc:spChg>
        <pc:spChg chg="mod">
          <ac:chgData name="Dhangar Neha Rani" userId="0cb3565b-9096-4176-bcd8-43b555293a50" providerId="ADAL" clId="{F40777DB-CF34-4209-928A-8762F4BC3E0F}" dt="2025-11-23T04:35:55.332" v="1042" actId="2711"/>
          <ac:spMkLst>
            <pc:docMk/>
            <pc:sldMk cId="3947994780" sldId="266"/>
            <ac:spMk id="23" creationId="{00000000-0000-0000-0000-000000000000}"/>
          </ac:spMkLst>
        </pc:spChg>
        <pc:spChg chg="mod">
          <ac:chgData name="Dhangar Neha Rani" userId="0cb3565b-9096-4176-bcd8-43b555293a50" providerId="ADAL" clId="{F40777DB-CF34-4209-928A-8762F4BC3E0F}" dt="2025-11-23T04:35:55.332" v="1042" actId="2711"/>
          <ac:spMkLst>
            <pc:docMk/>
            <pc:sldMk cId="3947994780" sldId="266"/>
            <ac:spMk id="24" creationId="{00000000-0000-0000-0000-000000000000}"/>
          </ac:spMkLst>
        </pc:spChg>
        <pc:spChg chg="mod">
          <ac:chgData name="Dhangar Neha Rani" userId="0cb3565b-9096-4176-bcd8-43b555293a50" providerId="ADAL" clId="{F40777DB-CF34-4209-928A-8762F4BC3E0F}" dt="2025-11-23T04:35:55.332" v="1042" actId="2711"/>
          <ac:spMkLst>
            <pc:docMk/>
            <pc:sldMk cId="3947994780" sldId="266"/>
            <ac:spMk id="26" creationId="{00000000-0000-0000-0000-000000000000}"/>
          </ac:spMkLst>
        </pc:spChg>
        <pc:spChg chg="mod">
          <ac:chgData name="Dhangar Neha Rani" userId="0cb3565b-9096-4176-bcd8-43b555293a50" providerId="ADAL" clId="{F40777DB-CF34-4209-928A-8762F4BC3E0F}" dt="2025-11-23T05:42:03.958" v="1531"/>
          <ac:spMkLst>
            <pc:docMk/>
            <pc:sldMk cId="3947994780" sldId="266"/>
            <ac:spMk id="27" creationId="{AA4A37E4-6865-EC4E-A9F4-93AB111D9E99}"/>
          </ac:spMkLst>
        </pc:spChg>
      </pc:sldChg>
      <pc:sldChg chg="modSp modTransition modAnim">
        <pc:chgData name="Dhangar Neha Rani" userId="0cb3565b-9096-4176-bcd8-43b555293a50" providerId="ADAL" clId="{F40777DB-CF34-4209-928A-8762F4BC3E0F}" dt="2025-11-23T05:50:52.058" v="1703"/>
        <pc:sldMkLst>
          <pc:docMk/>
          <pc:sldMk cId="1307329175" sldId="267"/>
        </pc:sldMkLst>
        <pc:spChg chg="mod">
          <ac:chgData name="Dhangar Neha Rani" userId="0cb3565b-9096-4176-bcd8-43b555293a50" providerId="ADAL" clId="{F40777DB-CF34-4209-928A-8762F4BC3E0F}" dt="2025-11-23T04:37:12.780" v="1046" actId="2711"/>
          <ac:spMkLst>
            <pc:docMk/>
            <pc:sldMk cId="1307329175" sldId="267"/>
            <ac:spMk id="2" creationId="{00000000-0000-0000-0000-000000000000}"/>
          </ac:spMkLst>
        </pc:spChg>
        <pc:spChg chg="mod">
          <ac:chgData name="Dhangar Neha Rani" userId="0cb3565b-9096-4176-bcd8-43b555293a50" providerId="ADAL" clId="{F40777DB-CF34-4209-928A-8762F4BC3E0F}" dt="2025-11-23T04:37:06.808" v="1045" actId="2711"/>
          <ac:spMkLst>
            <pc:docMk/>
            <pc:sldMk cId="1307329175" sldId="267"/>
            <ac:spMk id="4" creationId="{00000000-0000-0000-0000-000000000000}"/>
          </ac:spMkLst>
        </pc:spChg>
        <pc:spChg chg="mod">
          <ac:chgData name="Dhangar Neha Rani" userId="0cb3565b-9096-4176-bcd8-43b555293a50" providerId="ADAL" clId="{F40777DB-CF34-4209-928A-8762F4BC3E0F}" dt="2025-11-23T04:37:06.808" v="1045" actId="2711"/>
          <ac:spMkLst>
            <pc:docMk/>
            <pc:sldMk cId="1307329175" sldId="267"/>
            <ac:spMk id="5" creationId="{00000000-0000-0000-0000-000000000000}"/>
          </ac:spMkLst>
        </pc:spChg>
        <pc:spChg chg="mod">
          <ac:chgData name="Dhangar Neha Rani" userId="0cb3565b-9096-4176-bcd8-43b555293a50" providerId="ADAL" clId="{F40777DB-CF34-4209-928A-8762F4BC3E0F}" dt="2025-11-23T04:37:06.808" v="1045" actId="2711"/>
          <ac:spMkLst>
            <pc:docMk/>
            <pc:sldMk cId="1307329175" sldId="267"/>
            <ac:spMk id="7" creationId="{00000000-0000-0000-0000-000000000000}"/>
          </ac:spMkLst>
        </pc:spChg>
        <pc:spChg chg="mod">
          <ac:chgData name="Dhangar Neha Rani" userId="0cb3565b-9096-4176-bcd8-43b555293a50" providerId="ADAL" clId="{F40777DB-CF34-4209-928A-8762F4BC3E0F}" dt="2025-11-23T04:37:06.808" v="1045" actId="2711"/>
          <ac:spMkLst>
            <pc:docMk/>
            <pc:sldMk cId="1307329175" sldId="267"/>
            <ac:spMk id="8" creationId="{00000000-0000-0000-0000-000000000000}"/>
          </ac:spMkLst>
        </pc:spChg>
        <pc:spChg chg="mod">
          <ac:chgData name="Dhangar Neha Rani" userId="0cb3565b-9096-4176-bcd8-43b555293a50" providerId="ADAL" clId="{F40777DB-CF34-4209-928A-8762F4BC3E0F}" dt="2025-11-23T04:37:06.808" v="1045" actId="2711"/>
          <ac:spMkLst>
            <pc:docMk/>
            <pc:sldMk cId="1307329175" sldId="267"/>
            <ac:spMk id="10" creationId="{00000000-0000-0000-0000-000000000000}"/>
          </ac:spMkLst>
        </pc:spChg>
        <pc:spChg chg="mod">
          <ac:chgData name="Dhangar Neha Rani" userId="0cb3565b-9096-4176-bcd8-43b555293a50" providerId="ADAL" clId="{F40777DB-CF34-4209-928A-8762F4BC3E0F}" dt="2025-11-23T04:37:06.808" v="1045" actId="2711"/>
          <ac:spMkLst>
            <pc:docMk/>
            <pc:sldMk cId="1307329175" sldId="267"/>
            <ac:spMk id="11" creationId="{00000000-0000-0000-0000-000000000000}"/>
          </ac:spMkLst>
        </pc:spChg>
        <pc:spChg chg="mod">
          <ac:chgData name="Dhangar Neha Rani" userId="0cb3565b-9096-4176-bcd8-43b555293a50" providerId="ADAL" clId="{F40777DB-CF34-4209-928A-8762F4BC3E0F}" dt="2025-11-23T04:37:06.808" v="1045" actId="2711"/>
          <ac:spMkLst>
            <pc:docMk/>
            <pc:sldMk cId="1307329175" sldId="267"/>
            <ac:spMk id="14" creationId="{00000000-0000-0000-0000-000000000000}"/>
          </ac:spMkLst>
        </pc:spChg>
        <pc:spChg chg="mod">
          <ac:chgData name="Dhangar Neha Rani" userId="0cb3565b-9096-4176-bcd8-43b555293a50" providerId="ADAL" clId="{F40777DB-CF34-4209-928A-8762F4BC3E0F}" dt="2025-11-23T04:37:06.808" v="1045" actId="2711"/>
          <ac:spMkLst>
            <pc:docMk/>
            <pc:sldMk cId="1307329175" sldId="267"/>
            <ac:spMk id="16" creationId="{00000000-0000-0000-0000-000000000000}"/>
          </ac:spMkLst>
        </pc:spChg>
        <pc:spChg chg="mod">
          <ac:chgData name="Dhangar Neha Rani" userId="0cb3565b-9096-4176-bcd8-43b555293a50" providerId="ADAL" clId="{F40777DB-CF34-4209-928A-8762F4BC3E0F}" dt="2025-11-23T04:37:06.808" v="1045" actId="2711"/>
          <ac:spMkLst>
            <pc:docMk/>
            <pc:sldMk cId="1307329175" sldId="267"/>
            <ac:spMk id="17" creationId="{00000000-0000-0000-0000-000000000000}"/>
          </ac:spMkLst>
        </pc:spChg>
        <pc:spChg chg="mod">
          <ac:chgData name="Dhangar Neha Rani" userId="0cb3565b-9096-4176-bcd8-43b555293a50" providerId="ADAL" clId="{F40777DB-CF34-4209-928A-8762F4BC3E0F}" dt="2025-11-23T05:42:03.958" v="1531"/>
          <ac:spMkLst>
            <pc:docMk/>
            <pc:sldMk cId="1307329175" sldId="267"/>
            <ac:spMk id="18" creationId="{F778C06F-4579-786E-16FC-36AFE03EAF6D}"/>
          </ac:spMkLst>
        </pc:spChg>
      </pc:sldChg>
      <pc:sldChg chg="modSp modTransition modAnim">
        <pc:chgData name="Dhangar Neha Rani" userId="0cb3565b-9096-4176-bcd8-43b555293a50" providerId="ADAL" clId="{F40777DB-CF34-4209-928A-8762F4BC3E0F}" dt="2025-11-23T05:50:56.301" v="1704"/>
        <pc:sldMkLst>
          <pc:docMk/>
          <pc:sldMk cId="1150189281" sldId="268"/>
        </pc:sldMkLst>
        <pc:spChg chg="mod">
          <ac:chgData name="Dhangar Neha Rani" userId="0cb3565b-9096-4176-bcd8-43b555293a50" providerId="ADAL" clId="{F40777DB-CF34-4209-928A-8762F4BC3E0F}" dt="2025-11-23T04:37:35.135" v="1048" actId="2711"/>
          <ac:spMkLst>
            <pc:docMk/>
            <pc:sldMk cId="1150189281" sldId="268"/>
            <ac:spMk id="2" creationId="{00000000-0000-0000-0000-000000000000}"/>
          </ac:spMkLst>
        </pc:spChg>
        <pc:spChg chg="mod">
          <ac:chgData name="Dhangar Neha Rani" userId="0cb3565b-9096-4176-bcd8-43b555293a50" providerId="ADAL" clId="{F40777DB-CF34-4209-928A-8762F4BC3E0F}" dt="2025-11-23T04:37:28.842" v="1047" actId="2711"/>
          <ac:spMkLst>
            <pc:docMk/>
            <pc:sldMk cId="1150189281" sldId="268"/>
            <ac:spMk id="3" creationId="{00000000-0000-0000-0000-000000000000}"/>
          </ac:spMkLst>
        </pc:spChg>
        <pc:spChg chg="mod">
          <ac:chgData name="Dhangar Neha Rani" userId="0cb3565b-9096-4176-bcd8-43b555293a50" providerId="ADAL" clId="{F40777DB-CF34-4209-928A-8762F4BC3E0F}" dt="2025-11-23T04:37:28.842" v="1047" actId="2711"/>
          <ac:spMkLst>
            <pc:docMk/>
            <pc:sldMk cId="1150189281" sldId="268"/>
            <ac:spMk id="7" creationId="{00000000-0000-0000-0000-000000000000}"/>
          </ac:spMkLst>
        </pc:spChg>
        <pc:spChg chg="mod">
          <ac:chgData name="Dhangar Neha Rani" userId="0cb3565b-9096-4176-bcd8-43b555293a50" providerId="ADAL" clId="{F40777DB-CF34-4209-928A-8762F4BC3E0F}" dt="2025-11-23T04:37:28.842" v="1047" actId="2711"/>
          <ac:spMkLst>
            <pc:docMk/>
            <pc:sldMk cId="1150189281" sldId="268"/>
            <ac:spMk id="9" creationId="{00000000-0000-0000-0000-000000000000}"/>
          </ac:spMkLst>
        </pc:spChg>
        <pc:spChg chg="mod">
          <ac:chgData name="Dhangar Neha Rani" userId="0cb3565b-9096-4176-bcd8-43b555293a50" providerId="ADAL" clId="{F40777DB-CF34-4209-928A-8762F4BC3E0F}" dt="2025-11-23T04:37:28.842" v="1047" actId="2711"/>
          <ac:spMkLst>
            <pc:docMk/>
            <pc:sldMk cId="1150189281" sldId="268"/>
            <ac:spMk id="11" creationId="{00000000-0000-0000-0000-000000000000}"/>
          </ac:spMkLst>
        </pc:spChg>
        <pc:spChg chg="mod">
          <ac:chgData name="Dhangar Neha Rani" userId="0cb3565b-9096-4176-bcd8-43b555293a50" providerId="ADAL" clId="{F40777DB-CF34-4209-928A-8762F4BC3E0F}" dt="2025-11-23T04:37:28.842" v="1047" actId="2711"/>
          <ac:spMkLst>
            <pc:docMk/>
            <pc:sldMk cId="1150189281" sldId="268"/>
            <ac:spMk id="12" creationId="{00000000-0000-0000-0000-000000000000}"/>
          </ac:spMkLst>
        </pc:spChg>
        <pc:spChg chg="mod">
          <ac:chgData name="Dhangar Neha Rani" userId="0cb3565b-9096-4176-bcd8-43b555293a50" providerId="ADAL" clId="{F40777DB-CF34-4209-928A-8762F4BC3E0F}" dt="2025-11-23T04:37:28.842" v="1047" actId="2711"/>
          <ac:spMkLst>
            <pc:docMk/>
            <pc:sldMk cId="1150189281" sldId="268"/>
            <ac:spMk id="13" creationId="{00000000-0000-0000-0000-000000000000}"/>
          </ac:spMkLst>
        </pc:spChg>
        <pc:spChg chg="mod">
          <ac:chgData name="Dhangar Neha Rani" userId="0cb3565b-9096-4176-bcd8-43b555293a50" providerId="ADAL" clId="{F40777DB-CF34-4209-928A-8762F4BC3E0F}" dt="2025-11-23T04:37:28.842" v="1047" actId="2711"/>
          <ac:spMkLst>
            <pc:docMk/>
            <pc:sldMk cId="1150189281" sldId="268"/>
            <ac:spMk id="14" creationId="{00000000-0000-0000-0000-000000000000}"/>
          </ac:spMkLst>
        </pc:spChg>
        <pc:spChg chg="mod">
          <ac:chgData name="Dhangar Neha Rani" userId="0cb3565b-9096-4176-bcd8-43b555293a50" providerId="ADAL" clId="{F40777DB-CF34-4209-928A-8762F4BC3E0F}" dt="2025-11-23T04:37:28.842" v="1047" actId="2711"/>
          <ac:spMkLst>
            <pc:docMk/>
            <pc:sldMk cId="1150189281" sldId="268"/>
            <ac:spMk id="16" creationId="{00000000-0000-0000-0000-000000000000}"/>
          </ac:spMkLst>
        </pc:spChg>
        <pc:spChg chg="mod">
          <ac:chgData name="Dhangar Neha Rani" userId="0cb3565b-9096-4176-bcd8-43b555293a50" providerId="ADAL" clId="{F40777DB-CF34-4209-928A-8762F4BC3E0F}" dt="2025-11-23T04:37:28.842" v="1047" actId="2711"/>
          <ac:spMkLst>
            <pc:docMk/>
            <pc:sldMk cId="1150189281" sldId="268"/>
            <ac:spMk id="21" creationId="{00000000-0000-0000-0000-000000000000}"/>
          </ac:spMkLst>
        </pc:spChg>
        <pc:spChg chg="mod">
          <ac:chgData name="Dhangar Neha Rani" userId="0cb3565b-9096-4176-bcd8-43b555293a50" providerId="ADAL" clId="{F40777DB-CF34-4209-928A-8762F4BC3E0F}" dt="2025-11-23T05:42:03.958" v="1531"/>
          <ac:spMkLst>
            <pc:docMk/>
            <pc:sldMk cId="1150189281" sldId="268"/>
            <ac:spMk id="23" creationId="{FB8E8226-1FBD-DCC0-BB9D-92950722A238}"/>
          </ac:spMkLst>
        </pc:spChg>
      </pc:sldChg>
      <pc:sldChg chg="addSp delSp modSp mod modTransition delAnim modAnim">
        <pc:chgData name="Dhangar Neha Rani" userId="0cb3565b-9096-4176-bcd8-43b555293a50" providerId="ADAL" clId="{F40777DB-CF34-4209-928A-8762F4BC3E0F}" dt="2025-11-23T08:39:10.774" v="2275"/>
        <pc:sldMkLst>
          <pc:docMk/>
          <pc:sldMk cId="871198188" sldId="270"/>
        </pc:sldMkLst>
        <pc:spChg chg="mod">
          <ac:chgData name="Dhangar Neha Rani" userId="0cb3565b-9096-4176-bcd8-43b555293a50" providerId="ADAL" clId="{F40777DB-CF34-4209-928A-8762F4BC3E0F}" dt="2025-11-23T08:04:46.717" v="1880" actId="1076"/>
          <ac:spMkLst>
            <pc:docMk/>
            <pc:sldMk cId="871198188" sldId="270"/>
            <ac:spMk id="3" creationId="{A69ABEA8-630D-72B9-7E32-24061225969D}"/>
          </ac:spMkLst>
        </pc:spChg>
        <pc:spChg chg="mod">
          <ac:chgData name="Dhangar Neha Rani" userId="0cb3565b-9096-4176-bcd8-43b555293a50" providerId="ADAL" clId="{F40777DB-CF34-4209-928A-8762F4BC3E0F}" dt="2025-11-23T08:04:36.182" v="1877" actId="1076"/>
          <ac:spMkLst>
            <pc:docMk/>
            <pc:sldMk cId="871198188" sldId="270"/>
            <ac:spMk id="4" creationId="{1B814EC7-45E7-6ED8-0701-235DC7A792E9}"/>
          </ac:spMkLst>
        </pc:spChg>
        <pc:spChg chg="mod">
          <ac:chgData name="Dhangar Neha Rani" userId="0cb3565b-9096-4176-bcd8-43b555293a50" providerId="ADAL" clId="{F40777DB-CF34-4209-928A-8762F4BC3E0F}" dt="2025-11-23T05:42:03.958" v="1531"/>
          <ac:spMkLst>
            <pc:docMk/>
            <pc:sldMk cId="871198188" sldId="270"/>
            <ac:spMk id="5" creationId="{1E994036-10D6-251E-CAE5-DE8490A7D387}"/>
          </ac:spMkLst>
        </pc:spChg>
        <pc:spChg chg="add del mod">
          <ac:chgData name="Dhangar Neha Rani" userId="0cb3565b-9096-4176-bcd8-43b555293a50" providerId="ADAL" clId="{F40777DB-CF34-4209-928A-8762F4BC3E0F}" dt="2025-11-23T06:16:47.120" v="1819" actId="478"/>
          <ac:spMkLst>
            <pc:docMk/>
            <pc:sldMk cId="871198188" sldId="270"/>
            <ac:spMk id="6" creationId="{2FB33691-8FA1-261F-AA81-BF9C93F8199A}"/>
          </ac:spMkLst>
        </pc:spChg>
        <pc:picChg chg="del">
          <ac:chgData name="Dhangar Neha Rani" userId="0cb3565b-9096-4176-bcd8-43b555293a50" providerId="ADAL" clId="{F40777DB-CF34-4209-928A-8762F4BC3E0F}" dt="2025-11-23T03:51:03.569" v="498" actId="21"/>
          <ac:picMkLst>
            <pc:docMk/>
            <pc:sldMk cId="871198188" sldId="270"/>
            <ac:picMk id="2" creationId="{4E477ADD-03E6-ADB6-DCB6-BC1E926CCF8E}"/>
          </ac:picMkLst>
        </pc:picChg>
        <pc:picChg chg="add del">
          <ac:chgData name="Dhangar Neha Rani" userId="0cb3565b-9096-4176-bcd8-43b555293a50" providerId="ADAL" clId="{F40777DB-CF34-4209-928A-8762F4BC3E0F}" dt="2025-11-23T03:57:09.774" v="536" actId="478"/>
          <ac:picMkLst>
            <pc:docMk/>
            <pc:sldMk cId="871198188" sldId="270"/>
            <ac:picMk id="8" creationId="{03FCCD69-7509-10EB-AA06-B28A04DA2576}"/>
          </ac:picMkLst>
        </pc:picChg>
        <pc:picChg chg="add del mod">
          <ac:chgData name="Dhangar Neha Rani" userId="0cb3565b-9096-4176-bcd8-43b555293a50" providerId="ADAL" clId="{F40777DB-CF34-4209-928A-8762F4BC3E0F}" dt="2025-11-23T08:01:58.577" v="1853" actId="478"/>
          <ac:picMkLst>
            <pc:docMk/>
            <pc:sldMk cId="871198188" sldId="270"/>
            <ac:picMk id="9" creationId="{583CBC6A-9CEF-4694-5622-4A50FF2042F0}"/>
          </ac:picMkLst>
        </pc:picChg>
        <pc:picChg chg="add mod ord modCrop">
          <ac:chgData name="Dhangar Neha Rani" userId="0cb3565b-9096-4176-bcd8-43b555293a50" providerId="ADAL" clId="{F40777DB-CF34-4209-928A-8762F4BC3E0F}" dt="2025-11-23T08:04:39.147" v="1879" actId="1076"/>
          <ac:picMkLst>
            <pc:docMk/>
            <pc:sldMk cId="871198188" sldId="270"/>
            <ac:picMk id="10" creationId="{4C4B7DFB-0B99-A18C-AE07-9A49DA07A155}"/>
          </ac:picMkLst>
        </pc:picChg>
      </pc:sldChg>
      <pc:sldChg chg="addSp delSp modSp mod modTransition modAnim chgLayout">
        <pc:chgData name="Dhangar Neha Rani" userId="0cb3565b-9096-4176-bcd8-43b555293a50" providerId="ADAL" clId="{F40777DB-CF34-4209-928A-8762F4BC3E0F}" dt="2025-11-23T08:29:45.850" v="2236" actId="700"/>
        <pc:sldMkLst>
          <pc:docMk/>
          <pc:sldMk cId="615825834" sldId="271"/>
        </pc:sldMkLst>
        <pc:spChg chg="mod">
          <ac:chgData name="Dhangar Neha Rani" userId="0cb3565b-9096-4176-bcd8-43b555293a50" providerId="ADAL" clId="{F40777DB-CF34-4209-928A-8762F4BC3E0F}" dt="2025-11-23T04:37:49.058" v="1050" actId="2711"/>
          <ac:spMkLst>
            <pc:docMk/>
            <pc:sldMk cId="615825834" sldId="271"/>
            <ac:spMk id="2" creationId="{00000000-0000-0000-0000-000000000000}"/>
          </ac:spMkLst>
        </pc:spChg>
        <pc:spChg chg="mod">
          <ac:chgData name="Dhangar Neha Rani" userId="0cb3565b-9096-4176-bcd8-43b555293a50" providerId="ADAL" clId="{F40777DB-CF34-4209-928A-8762F4BC3E0F}" dt="2025-11-23T04:37:43.735" v="1049" actId="2711"/>
          <ac:spMkLst>
            <pc:docMk/>
            <pc:sldMk cId="615825834" sldId="271"/>
            <ac:spMk id="4" creationId="{00000000-0000-0000-0000-000000000000}"/>
          </ac:spMkLst>
        </pc:spChg>
        <pc:spChg chg="mod">
          <ac:chgData name="Dhangar Neha Rani" userId="0cb3565b-9096-4176-bcd8-43b555293a50" providerId="ADAL" clId="{F40777DB-CF34-4209-928A-8762F4BC3E0F}" dt="2025-11-23T04:35:26.119" v="1038" actId="122"/>
          <ac:spMkLst>
            <pc:docMk/>
            <pc:sldMk cId="615825834" sldId="271"/>
            <ac:spMk id="6" creationId="{00000000-0000-0000-0000-000000000000}"/>
          </ac:spMkLst>
        </pc:spChg>
        <pc:spChg chg="mod">
          <ac:chgData name="Dhangar Neha Rani" userId="0cb3565b-9096-4176-bcd8-43b555293a50" providerId="ADAL" clId="{F40777DB-CF34-4209-928A-8762F4BC3E0F}" dt="2025-11-23T04:37:43.735" v="1049" actId="2711"/>
          <ac:spMkLst>
            <pc:docMk/>
            <pc:sldMk cId="615825834" sldId="271"/>
            <ac:spMk id="7" creationId="{00000000-0000-0000-0000-000000000000}"/>
          </ac:spMkLst>
        </pc:spChg>
        <pc:spChg chg="mod">
          <ac:chgData name="Dhangar Neha Rani" userId="0cb3565b-9096-4176-bcd8-43b555293a50" providerId="ADAL" clId="{F40777DB-CF34-4209-928A-8762F4BC3E0F}" dt="2025-11-23T04:37:43.735" v="1049" actId="2711"/>
          <ac:spMkLst>
            <pc:docMk/>
            <pc:sldMk cId="615825834" sldId="271"/>
            <ac:spMk id="9" creationId="{00000000-0000-0000-0000-000000000000}"/>
          </ac:spMkLst>
        </pc:spChg>
        <pc:spChg chg="mod">
          <ac:chgData name="Dhangar Neha Rani" userId="0cb3565b-9096-4176-bcd8-43b555293a50" providerId="ADAL" clId="{F40777DB-CF34-4209-928A-8762F4BC3E0F}" dt="2025-11-23T04:37:43.735" v="1049" actId="2711"/>
          <ac:spMkLst>
            <pc:docMk/>
            <pc:sldMk cId="615825834" sldId="271"/>
            <ac:spMk id="10" creationId="{00000000-0000-0000-0000-000000000000}"/>
          </ac:spMkLst>
        </pc:spChg>
        <pc:spChg chg="mod">
          <ac:chgData name="Dhangar Neha Rani" userId="0cb3565b-9096-4176-bcd8-43b555293a50" providerId="ADAL" clId="{F40777DB-CF34-4209-928A-8762F4BC3E0F}" dt="2025-11-23T04:37:43.735" v="1049" actId="2711"/>
          <ac:spMkLst>
            <pc:docMk/>
            <pc:sldMk cId="615825834" sldId="271"/>
            <ac:spMk id="12" creationId="{00000000-0000-0000-0000-000000000000}"/>
          </ac:spMkLst>
        </pc:spChg>
        <pc:spChg chg="mod">
          <ac:chgData name="Dhangar Neha Rani" userId="0cb3565b-9096-4176-bcd8-43b555293a50" providerId="ADAL" clId="{F40777DB-CF34-4209-928A-8762F4BC3E0F}" dt="2025-11-23T04:37:43.735" v="1049" actId="2711"/>
          <ac:spMkLst>
            <pc:docMk/>
            <pc:sldMk cId="615825834" sldId="271"/>
            <ac:spMk id="15" creationId="{00000000-0000-0000-0000-000000000000}"/>
          </ac:spMkLst>
        </pc:spChg>
        <pc:spChg chg="mod">
          <ac:chgData name="Dhangar Neha Rani" userId="0cb3565b-9096-4176-bcd8-43b555293a50" providerId="ADAL" clId="{F40777DB-CF34-4209-928A-8762F4BC3E0F}" dt="2025-11-23T04:35:32.296" v="1040" actId="122"/>
          <ac:spMkLst>
            <pc:docMk/>
            <pc:sldMk cId="615825834" sldId="271"/>
            <ac:spMk id="18" creationId="{00000000-0000-0000-0000-000000000000}"/>
          </ac:spMkLst>
        </pc:spChg>
        <pc:spChg chg="mod">
          <ac:chgData name="Dhangar Neha Rani" userId="0cb3565b-9096-4176-bcd8-43b555293a50" providerId="ADAL" clId="{F40777DB-CF34-4209-928A-8762F4BC3E0F}" dt="2025-11-23T04:37:43.735" v="1049" actId="2711"/>
          <ac:spMkLst>
            <pc:docMk/>
            <pc:sldMk cId="615825834" sldId="271"/>
            <ac:spMk id="20" creationId="{00000000-0000-0000-0000-000000000000}"/>
          </ac:spMkLst>
        </pc:spChg>
        <pc:spChg chg="mod">
          <ac:chgData name="Dhangar Neha Rani" userId="0cb3565b-9096-4176-bcd8-43b555293a50" providerId="ADAL" clId="{F40777DB-CF34-4209-928A-8762F4BC3E0F}" dt="2025-11-23T04:37:43.735" v="1049" actId="2711"/>
          <ac:spMkLst>
            <pc:docMk/>
            <pc:sldMk cId="615825834" sldId="271"/>
            <ac:spMk id="22" creationId="{00000000-0000-0000-0000-000000000000}"/>
          </ac:spMkLst>
        </pc:spChg>
        <pc:spChg chg="mod">
          <ac:chgData name="Dhangar Neha Rani" userId="0cb3565b-9096-4176-bcd8-43b555293a50" providerId="ADAL" clId="{F40777DB-CF34-4209-928A-8762F4BC3E0F}" dt="2025-11-23T04:37:43.735" v="1049" actId="2711"/>
          <ac:spMkLst>
            <pc:docMk/>
            <pc:sldMk cId="615825834" sldId="271"/>
            <ac:spMk id="24" creationId="{00000000-0000-0000-0000-000000000000}"/>
          </ac:spMkLst>
        </pc:spChg>
        <pc:spChg chg="add del mod">
          <ac:chgData name="Dhangar Neha Rani" userId="0cb3565b-9096-4176-bcd8-43b555293a50" providerId="ADAL" clId="{F40777DB-CF34-4209-928A-8762F4BC3E0F}" dt="2025-11-23T04:38:32.794" v="1054" actId="478"/>
          <ac:spMkLst>
            <pc:docMk/>
            <pc:sldMk cId="615825834" sldId="271"/>
            <ac:spMk id="27" creationId="{00000000-0000-0000-0000-000000000000}"/>
          </ac:spMkLst>
        </pc:spChg>
        <pc:spChg chg="add del mod ord">
          <ac:chgData name="Dhangar Neha Rani" userId="0cb3565b-9096-4176-bcd8-43b555293a50" providerId="ADAL" clId="{F40777DB-CF34-4209-928A-8762F4BC3E0F}" dt="2025-11-23T08:29:45.850" v="2236" actId="700"/>
          <ac:spMkLst>
            <pc:docMk/>
            <pc:sldMk cId="615825834" sldId="271"/>
            <ac:spMk id="28" creationId="{2870B1D5-D3EE-85AB-5088-11CBC118C35E}"/>
          </ac:spMkLst>
        </pc:spChg>
      </pc:sldChg>
      <pc:sldChg chg="addSp delSp modSp add del mod ord modTransition setBg delAnim modAnim">
        <pc:chgData name="Dhangar Neha Rani" userId="0cb3565b-9096-4176-bcd8-43b555293a50" providerId="ADAL" clId="{F40777DB-CF34-4209-928A-8762F4BC3E0F}" dt="2025-11-23T08:19:26.548" v="2094" actId="47"/>
        <pc:sldMkLst>
          <pc:docMk/>
          <pc:sldMk cId="3494058274" sldId="272"/>
        </pc:sldMkLst>
        <pc:spChg chg="mod">
          <ac:chgData name="Dhangar Neha Rani" userId="0cb3565b-9096-4176-bcd8-43b555293a50" providerId="ADAL" clId="{F40777DB-CF34-4209-928A-8762F4BC3E0F}" dt="2025-11-23T04:00:48.958" v="672" actId="14100"/>
          <ac:spMkLst>
            <pc:docMk/>
            <pc:sldMk cId="3494058274" sldId="272"/>
            <ac:spMk id="3" creationId="{987BB304-4D4E-EE02-7669-F1D6949CA66A}"/>
          </ac:spMkLst>
        </pc:spChg>
        <pc:spChg chg="add mod">
          <ac:chgData name="Dhangar Neha Rani" userId="0cb3565b-9096-4176-bcd8-43b555293a50" providerId="ADAL" clId="{F40777DB-CF34-4209-928A-8762F4BC3E0F}" dt="2025-11-23T04:00:57.574" v="675" actId="1076"/>
          <ac:spMkLst>
            <pc:docMk/>
            <pc:sldMk cId="3494058274" sldId="272"/>
            <ac:spMk id="6" creationId="{3C1C1964-3140-DBE1-56D3-05762E2C488F}"/>
          </ac:spMkLst>
        </pc:spChg>
        <pc:picChg chg="add del mod ord">
          <ac:chgData name="Dhangar Neha Rani" userId="0cb3565b-9096-4176-bcd8-43b555293a50" providerId="ADAL" clId="{F40777DB-CF34-4209-928A-8762F4BC3E0F}" dt="2025-11-23T08:13:36.191" v="1897" actId="478"/>
          <ac:picMkLst>
            <pc:docMk/>
            <pc:sldMk cId="3494058274" sldId="272"/>
            <ac:picMk id="7" creationId="{2579A8E0-BF53-A340-2BED-DAFA1B2F4397}"/>
          </ac:picMkLst>
        </pc:picChg>
        <pc:picChg chg="del">
          <ac:chgData name="Dhangar Neha Rani" userId="0cb3565b-9096-4176-bcd8-43b555293a50" providerId="ADAL" clId="{F40777DB-CF34-4209-928A-8762F4BC3E0F}" dt="2025-11-23T08:12:22.481" v="1890" actId="478"/>
          <ac:picMkLst>
            <pc:docMk/>
            <pc:sldMk cId="3494058274" sldId="272"/>
            <ac:picMk id="11" creationId="{5B930F0C-7000-98A6-B9FD-BF4314A3E667}"/>
          </ac:picMkLst>
        </pc:picChg>
      </pc:sldChg>
      <pc:sldChg chg="addSp delSp modSp add mod modTransition delAnim modAnim">
        <pc:chgData name="Dhangar Neha Rani" userId="0cb3565b-9096-4176-bcd8-43b555293a50" providerId="ADAL" clId="{F40777DB-CF34-4209-928A-8762F4BC3E0F}" dt="2025-11-23T05:51:11.749" v="1708"/>
        <pc:sldMkLst>
          <pc:docMk/>
          <pc:sldMk cId="2243768945" sldId="273"/>
        </pc:sldMkLst>
        <pc:spChg chg="mod">
          <ac:chgData name="Dhangar Neha Rani" userId="0cb3565b-9096-4176-bcd8-43b555293a50" providerId="ADAL" clId="{F40777DB-CF34-4209-928A-8762F4BC3E0F}" dt="2025-11-23T05:29:23.874" v="1405" actId="1076"/>
          <ac:spMkLst>
            <pc:docMk/>
            <pc:sldMk cId="2243768945" sldId="273"/>
            <ac:spMk id="2" creationId="{14C34C04-BF1F-9E5F-D2D1-0467CD833342}"/>
          </ac:spMkLst>
        </pc:spChg>
        <pc:spChg chg="del mod">
          <ac:chgData name="Dhangar Neha Rani" userId="0cb3565b-9096-4176-bcd8-43b555293a50" providerId="ADAL" clId="{F40777DB-CF34-4209-928A-8762F4BC3E0F}" dt="2025-11-23T05:19:39.033" v="1207" actId="478"/>
          <ac:spMkLst>
            <pc:docMk/>
            <pc:sldMk cId="2243768945" sldId="273"/>
            <ac:spMk id="3" creationId="{F0D2D32C-A054-235B-D482-A041A9E3CFB3}"/>
          </ac:spMkLst>
        </pc:spChg>
        <pc:spChg chg="del">
          <ac:chgData name="Dhangar Neha Rani" userId="0cb3565b-9096-4176-bcd8-43b555293a50" providerId="ADAL" clId="{F40777DB-CF34-4209-928A-8762F4BC3E0F}" dt="2025-11-23T05:19:44.398" v="1212" actId="478"/>
          <ac:spMkLst>
            <pc:docMk/>
            <pc:sldMk cId="2243768945" sldId="273"/>
            <ac:spMk id="4" creationId="{76185A3A-2A9A-4E24-E334-BFB28BC1A711}"/>
          </ac:spMkLst>
        </pc:spChg>
        <pc:spChg chg="del mod">
          <ac:chgData name="Dhangar Neha Rani" userId="0cb3565b-9096-4176-bcd8-43b555293a50" providerId="ADAL" clId="{F40777DB-CF34-4209-928A-8762F4BC3E0F}" dt="2025-11-23T05:19:41.382" v="1210" actId="478"/>
          <ac:spMkLst>
            <pc:docMk/>
            <pc:sldMk cId="2243768945" sldId="273"/>
            <ac:spMk id="5" creationId="{0E1DBC04-EF87-7CE3-4331-80B3C277D438}"/>
          </ac:spMkLst>
        </pc:spChg>
        <pc:spChg chg="del">
          <ac:chgData name="Dhangar Neha Rani" userId="0cb3565b-9096-4176-bcd8-43b555293a50" providerId="ADAL" clId="{F40777DB-CF34-4209-928A-8762F4BC3E0F}" dt="2025-11-23T05:19:42.680" v="1211" actId="478"/>
          <ac:spMkLst>
            <pc:docMk/>
            <pc:sldMk cId="2243768945" sldId="273"/>
            <ac:spMk id="6" creationId="{F9F152DB-C014-9AEE-5F8F-7699C6084C87}"/>
          </ac:spMkLst>
        </pc:spChg>
        <pc:spChg chg="del">
          <ac:chgData name="Dhangar Neha Rani" userId="0cb3565b-9096-4176-bcd8-43b555293a50" providerId="ADAL" clId="{F40777DB-CF34-4209-928A-8762F4BC3E0F}" dt="2025-11-23T05:19:54.528" v="1213" actId="478"/>
          <ac:spMkLst>
            <pc:docMk/>
            <pc:sldMk cId="2243768945" sldId="273"/>
            <ac:spMk id="7" creationId="{1EA86A1F-7D1E-31B3-E8E5-8DB03DF35DB1}"/>
          </ac:spMkLst>
        </pc:spChg>
        <pc:spChg chg="del">
          <ac:chgData name="Dhangar Neha Rani" userId="0cb3565b-9096-4176-bcd8-43b555293a50" providerId="ADAL" clId="{F40777DB-CF34-4209-928A-8762F4BC3E0F}" dt="2025-11-23T05:19:54.528" v="1213" actId="478"/>
          <ac:spMkLst>
            <pc:docMk/>
            <pc:sldMk cId="2243768945" sldId="273"/>
            <ac:spMk id="8" creationId="{30F5BAF0-9DE9-0309-6109-02EE2915F1B1}"/>
          </ac:spMkLst>
        </pc:spChg>
        <pc:spChg chg="del">
          <ac:chgData name="Dhangar Neha Rani" userId="0cb3565b-9096-4176-bcd8-43b555293a50" providerId="ADAL" clId="{F40777DB-CF34-4209-928A-8762F4BC3E0F}" dt="2025-11-23T05:19:54.528" v="1213" actId="478"/>
          <ac:spMkLst>
            <pc:docMk/>
            <pc:sldMk cId="2243768945" sldId="273"/>
            <ac:spMk id="9" creationId="{28763DE5-72E6-EADE-C530-E85ED46D3316}"/>
          </ac:spMkLst>
        </pc:spChg>
        <pc:spChg chg="del">
          <ac:chgData name="Dhangar Neha Rani" userId="0cb3565b-9096-4176-bcd8-43b555293a50" providerId="ADAL" clId="{F40777DB-CF34-4209-928A-8762F4BC3E0F}" dt="2025-11-23T05:19:54.528" v="1213" actId="478"/>
          <ac:spMkLst>
            <pc:docMk/>
            <pc:sldMk cId="2243768945" sldId="273"/>
            <ac:spMk id="10" creationId="{38C1FC13-A31F-0D42-3A51-E03B63831A01}"/>
          </ac:spMkLst>
        </pc:spChg>
        <pc:spChg chg="del">
          <ac:chgData name="Dhangar Neha Rani" userId="0cb3565b-9096-4176-bcd8-43b555293a50" providerId="ADAL" clId="{F40777DB-CF34-4209-928A-8762F4BC3E0F}" dt="2025-11-23T05:19:54.528" v="1213" actId="478"/>
          <ac:spMkLst>
            <pc:docMk/>
            <pc:sldMk cId="2243768945" sldId="273"/>
            <ac:spMk id="11" creationId="{F1C42200-3CAC-4B87-421C-643A89016D41}"/>
          </ac:spMkLst>
        </pc:spChg>
        <pc:spChg chg="del">
          <ac:chgData name="Dhangar Neha Rani" userId="0cb3565b-9096-4176-bcd8-43b555293a50" providerId="ADAL" clId="{F40777DB-CF34-4209-928A-8762F4BC3E0F}" dt="2025-11-23T05:20:02.852" v="1215" actId="478"/>
          <ac:spMkLst>
            <pc:docMk/>
            <pc:sldMk cId="2243768945" sldId="273"/>
            <ac:spMk id="12" creationId="{51FC1794-9BF8-ECF5-B83C-83E7FC9B7BD3}"/>
          </ac:spMkLst>
        </pc:spChg>
        <pc:spChg chg="del">
          <ac:chgData name="Dhangar Neha Rani" userId="0cb3565b-9096-4176-bcd8-43b555293a50" providerId="ADAL" clId="{F40777DB-CF34-4209-928A-8762F4BC3E0F}" dt="2025-11-23T05:20:03.612" v="1216" actId="478"/>
          <ac:spMkLst>
            <pc:docMk/>
            <pc:sldMk cId="2243768945" sldId="273"/>
            <ac:spMk id="13" creationId="{4701AFFC-4F5C-7BB9-5B0D-8FF7FFD37CD9}"/>
          </ac:spMkLst>
        </pc:spChg>
        <pc:spChg chg="del">
          <ac:chgData name="Dhangar Neha Rani" userId="0cb3565b-9096-4176-bcd8-43b555293a50" providerId="ADAL" clId="{F40777DB-CF34-4209-928A-8762F4BC3E0F}" dt="2025-11-23T05:20:06.175" v="1217" actId="478"/>
          <ac:spMkLst>
            <pc:docMk/>
            <pc:sldMk cId="2243768945" sldId="273"/>
            <ac:spMk id="14" creationId="{8CBD66ED-5EDD-7DFF-AA81-B4F404196357}"/>
          </ac:spMkLst>
        </pc:spChg>
        <pc:spChg chg="del mod">
          <ac:chgData name="Dhangar Neha Rani" userId="0cb3565b-9096-4176-bcd8-43b555293a50" providerId="ADAL" clId="{F40777DB-CF34-4209-928A-8762F4BC3E0F}" dt="2025-11-23T05:22:35.083" v="1257" actId="478"/>
          <ac:spMkLst>
            <pc:docMk/>
            <pc:sldMk cId="2243768945" sldId="273"/>
            <ac:spMk id="15" creationId="{6E0299C1-B38D-F914-529E-CD7D53E1A73C}"/>
          </ac:spMkLst>
        </pc:spChg>
        <pc:spChg chg="del mod">
          <ac:chgData name="Dhangar Neha Rani" userId="0cb3565b-9096-4176-bcd8-43b555293a50" providerId="ADAL" clId="{F40777DB-CF34-4209-928A-8762F4BC3E0F}" dt="2025-11-23T05:25:59.134" v="1368" actId="478"/>
          <ac:spMkLst>
            <pc:docMk/>
            <pc:sldMk cId="2243768945" sldId="273"/>
            <ac:spMk id="16" creationId="{21F5D0C6-2EA8-5511-AB13-354FDA75CEDD}"/>
          </ac:spMkLst>
        </pc:spChg>
        <pc:spChg chg="del mod">
          <ac:chgData name="Dhangar Neha Rani" userId="0cb3565b-9096-4176-bcd8-43b555293a50" providerId="ADAL" clId="{F40777DB-CF34-4209-928A-8762F4BC3E0F}" dt="2025-11-23T05:21:20.418" v="1234" actId="478"/>
          <ac:spMkLst>
            <pc:docMk/>
            <pc:sldMk cId="2243768945" sldId="273"/>
            <ac:spMk id="17" creationId="{A8DE9ACF-45C5-BF64-F8F9-722DD2D97A74}"/>
          </ac:spMkLst>
        </pc:spChg>
        <pc:spChg chg="del mod">
          <ac:chgData name="Dhangar Neha Rani" userId="0cb3565b-9096-4176-bcd8-43b555293a50" providerId="ADAL" clId="{F40777DB-CF34-4209-928A-8762F4BC3E0F}" dt="2025-11-23T05:21:33.733" v="1241" actId="478"/>
          <ac:spMkLst>
            <pc:docMk/>
            <pc:sldMk cId="2243768945" sldId="273"/>
            <ac:spMk id="18" creationId="{AF8362D7-B759-2229-C10E-7C337DDE793B}"/>
          </ac:spMkLst>
        </pc:spChg>
        <pc:spChg chg="del mod">
          <ac:chgData name="Dhangar Neha Rani" userId="0cb3565b-9096-4176-bcd8-43b555293a50" providerId="ADAL" clId="{F40777DB-CF34-4209-928A-8762F4BC3E0F}" dt="2025-11-23T05:22:12.024" v="1253" actId="478"/>
          <ac:spMkLst>
            <pc:docMk/>
            <pc:sldMk cId="2243768945" sldId="273"/>
            <ac:spMk id="19" creationId="{F3412149-319E-1A44-B8A0-CEF9C03ADED5}"/>
          </ac:spMkLst>
        </pc:spChg>
        <pc:spChg chg="del mod">
          <ac:chgData name="Dhangar Neha Rani" userId="0cb3565b-9096-4176-bcd8-43b555293a50" providerId="ADAL" clId="{F40777DB-CF34-4209-928A-8762F4BC3E0F}" dt="2025-11-23T05:22:01.410" v="1251" actId="478"/>
          <ac:spMkLst>
            <pc:docMk/>
            <pc:sldMk cId="2243768945" sldId="273"/>
            <ac:spMk id="20" creationId="{A2A2DBBA-660A-8D94-2EEB-C84CC0E73D15}"/>
          </ac:spMkLst>
        </pc:spChg>
        <pc:spChg chg="del mod">
          <ac:chgData name="Dhangar Neha Rani" userId="0cb3565b-9096-4176-bcd8-43b555293a50" providerId="ADAL" clId="{F40777DB-CF34-4209-928A-8762F4BC3E0F}" dt="2025-11-23T05:22:02.542" v="1252" actId="478"/>
          <ac:spMkLst>
            <pc:docMk/>
            <pc:sldMk cId="2243768945" sldId="273"/>
            <ac:spMk id="21" creationId="{6CF2A68F-88A9-A22A-CEA1-196FE55D3B7D}"/>
          </ac:spMkLst>
        </pc:spChg>
        <pc:spChg chg="mod">
          <ac:chgData name="Dhangar Neha Rani" userId="0cb3565b-9096-4176-bcd8-43b555293a50" providerId="ADAL" clId="{F40777DB-CF34-4209-928A-8762F4BC3E0F}" dt="2025-11-23T05:32:11.774" v="1417" actId="1076"/>
          <ac:spMkLst>
            <pc:docMk/>
            <pc:sldMk cId="2243768945" sldId="273"/>
            <ac:spMk id="22" creationId="{1D7F295A-6D3B-5D23-6F52-EB9B40086D64}"/>
          </ac:spMkLst>
        </pc:spChg>
        <pc:graphicFrameChg chg="add mod modGraphic">
          <ac:chgData name="Dhangar Neha Rani" userId="0cb3565b-9096-4176-bcd8-43b555293a50" providerId="ADAL" clId="{F40777DB-CF34-4209-928A-8762F4BC3E0F}" dt="2025-11-23T05:40:48.408" v="1507" actId="255"/>
          <ac:graphicFrameMkLst>
            <pc:docMk/>
            <pc:sldMk cId="2243768945" sldId="273"/>
            <ac:graphicFrameMk id="23" creationId="{2486E841-FEDB-8904-9A26-33AF3022C04B}"/>
          </ac:graphicFrameMkLst>
        </pc:graphicFrameChg>
      </pc:sldChg>
      <pc:sldChg chg="addSp delSp modSp new mod modTransition setBg">
        <pc:chgData name="Dhangar Neha Rani" userId="0cb3565b-9096-4176-bcd8-43b555293a50" providerId="ADAL" clId="{F40777DB-CF34-4209-928A-8762F4BC3E0F}" dt="2025-11-23T05:44:38.336" v="1628"/>
        <pc:sldMkLst>
          <pc:docMk/>
          <pc:sldMk cId="2556171484" sldId="274"/>
        </pc:sldMkLst>
        <pc:spChg chg="del">
          <ac:chgData name="Dhangar Neha Rani" userId="0cb3565b-9096-4176-bcd8-43b555293a50" providerId="ADAL" clId="{F40777DB-CF34-4209-928A-8762F4BC3E0F}" dt="2025-11-23T05:41:21.993" v="1510" actId="478"/>
          <ac:spMkLst>
            <pc:docMk/>
            <pc:sldMk cId="2556171484" sldId="274"/>
            <ac:spMk id="2" creationId="{1C2BB207-3288-D70A-BEA8-1FB4B79D724A}"/>
          </ac:spMkLst>
        </pc:spChg>
        <pc:spChg chg="mod">
          <ac:chgData name="Dhangar Neha Rani" userId="0cb3565b-9096-4176-bcd8-43b555293a50" providerId="ADAL" clId="{F40777DB-CF34-4209-928A-8762F4BC3E0F}" dt="2025-11-23T05:42:03.958" v="1531"/>
          <ac:spMkLst>
            <pc:docMk/>
            <pc:sldMk cId="2556171484" sldId="274"/>
            <ac:spMk id="3" creationId="{B387678C-39B8-282F-C8CA-961D6832C1B3}"/>
          </ac:spMkLst>
        </pc:spChg>
        <pc:spChg chg="add del">
          <ac:chgData name="Dhangar Neha Rani" userId="0cb3565b-9096-4176-bcd8-43b555293a50" providerId="ADAL" clId="{F40777DB-CF34-4209-928A-8762F4BC3E0F}" dt="2025-11-23T05:42:43.326" v="1535" actId="11529"/>
          <ac:spMkLst>
            <pc:docMk/>
            <pc:sldMk cId="2556171484" sldId="274"/>
            <ac:spMk id="6" creationId="{7BF61D82-76DE-9590-5B0A-33BD74C8F275}"/>
          </ac:spMkLst>
        </pc:spChg>
        <pc:spChg chg="add mod">
          <ac:chgData name="Dhangar Neha Rani" userId="0cb3565b-9096-4176-bcd8-43b555293a50" providerId="ADAL" clId="{F40777DB-CF34-4209-928A-8762F4BC3E0F}" dt="2025-11-23T05:44:16.858" v="1626" actId="14100"/>
          <ac:spMkLst>
            <pc:docMk/>
            <pc:sldMk cId="2556171484" sldId="274"/>
            <ac:spMk id="7" creationId="{E24830D4-CE15-971F-8A55-8B8710BDCD3A}"/>
          </ac:spMkLst>
        </pc:spChg>
        <pc:picChg chg="add del mod">
          <ac:chgData name="Dhangar Neha Rani" userId="0cb3565b-9096-4176-bcd8-43b555293a50" providerId="ADAL" clId="{F40777DB-CF34-4209-928A-8762F4BC3E0F}" dt="2025-11-23T05:42:11.371" v="1533" actId="478"/>
          <ac:picMkLst>
            <pc:docMk/>
            <pc:sldMk cId="2556171484" sldId="274"/>
            <ac:picMk id="5" creationId="{8D953FA5-0714-98B9-0F9E-AC16F90AC828}"/>
          </ac:picMkLst>
        </pc:picChg>
      </pc:sldChg>
      <pc:sldChg chg="addSp delSp modSp add mod modTransition setBg modAnim delDesignElem">
        <pc:chgData name="Dhangar Neha Rani" userId="0cb3565b-9096-4176-bcd8-43b555293a50" providerId="ADAL" clId="{F40777DB-CF34-4209-928A-8762F4BC3E0F}" dt="2025-11-23T08:43:56.091" v="2317"/>
        <pc:sldMkLst>
          <pc:docMk/>
          <pc:sldMk cId="1097051048" sldId="275"/>
        </pc:sldMkLst>
        <pc:spChg chg="add del mod ord">
          <ac:chgData name="Dhangar Neha Rani" userId="0cb3565b-9096-4176-bcd8-43b555293a50" providerId="ADAL" clId="{F40777DB-CF34-4209-928A-8762F4BC3E0F}" dt="2025-11-23T08:22:16.527" v="2201" actId="478"/>
          <ac:spMkLst>
            <pc:docMk/>
            <pc:sldMk cId="1097051048" sldId="275"/>
            <ac:spMk id="2" creationId="{2B1626DA-22A6-5B29-885A-34CD7B3D0864}"/>
          </ac:spMkLst>
        </pc:spChg>
        <pc:spChg chg="del">
          <ac:chgData name="Dhangar Neha Rani" userId="0cb3565b-9096-4176-bcd8-43b555293a50" providerId="ADAL" clId="{F40777DB-CF34-4209-928A-8762F4BC3E0F}" dt="2025-11-23T08:30:42.308" v="2238"/>
          <ac:spMkLst>
            <pc:docMk/>
            <pc:sldMk cId="1097051048" sldId="275"/>
            <ac:spMk id="45" creationId="{319F7613-09E7-6444-9E7A-74135FE4E9C9}"/>
          </ac:spMkLst>
        </pc:spChg>
        <pc:spChg chg="del">
          <ac:chgData name="Dhangar Neha Rani" userId="0cb3565b-9096-4176-bcd8-43b555293a50" providerId="ADAL" clId="{F40777DB-CF34-4209-928A-8762F4BC3E0F}" dt="2025-11-23T08:30:42.308" v="2238"/>
          <ac:spMkLst>
            <pc:docMk/>
            <pc:sldMk cId="1097051048" sldId="275"/>
            <ac:spMk id="47" creationId="{910415D3-1D2A-3ED7-F4B1-C5F78848F29A}"/>
          </ac:spMkLst>
        </pc:spChg>
        <pc:picChg chg="add mod ord">
          <ac:chgData name="Dhangar Neha Rani" userId="0cb3565b-9096-4176-bcd8-43b555293a50" providerId="ADAL" clId="{F40777DB-CF34-4209-928A-8762F4BC3E0F}" dt="2025-11-23T08:24:17.988" v="2219" actId="14100"/>
          <ac:picMkLst>
            <pc:docMk/>
            <pc:sldMk cId="1097051048" sldId="275"/>
            <ac:picMk id="4" creationId="{BFCD4FFC-97FB-188B-3B4A-90E01D039720}"/>
          </ac:picMkLst>
        </pc:picChg>
        <pc:picChg chg="del mod">
          <ac:chgData name="Dhangar Neha Rani" userId="0cb3565b-9096-4176-bcd8-43b555293a50" providerId="ADAL" clId="{F40777DB-CF34-4209-928A-8762F4BC3E0F}" dt="2025-11-23T08:14:08.602" v="1905" actId="478"/>
          <ac:picMkLst>
            <pc:docMk/>
            <pc:sldMk cId="1097051048" sldId="275"/>
            <ac:picMk id="11" creationId="{38A9FD78-5C28-1247-5939-C5E4B9E2EE9A}"/>
          </ac:picMkLst>
        </pc:picChg>
      </pc:sldChg>
      <pc:sldChg chg="addSp modSp new del mod">
        <pc:chgData name="Dhangar Neha Rani" userId="0cb3565b-9096-4176-bcd8-43b555293a50" providerId="ADAL" clId="{F40777DB-CF34-4209-928A-8762F4BC3E0F}" dt="2025-11-23T06:03:44.573" v="1786" actId="47"/>
        <pc:sldMkLst>
          <pc:docMk/>
          <pc:sldMk cId="3025282682" sldId="275"/>
        </pc:sldMkLst>
        <pc:graphicFrameChg chg="add">
          <ac:chgData name="Dhangar Neha Rani" userId="0cb3565b-9096-4176-bcd8-43b555293a50" providerId="ADAL" clId="{F40777DB-CF34-4209-928A-8762F4BC3E0F}" dt="2025-11-23T05:59:06.958" v="1756"/>
          <ac:graphicFrameMkLst>
            <pc:docMk/>
            <pc:sldMk cId="3025282682" sldId="275"/>
            <ac:graphicFrameMk id="4" creationId="{7C41BEAE-7122-4031-FA07-63976E56E288}"/>
          </ac:graphicFrameMkLst>
        </pc:graphicFrameChg>
        <pc:picChg chg="add mod modCrop">
          <ac:chgData name="Dhangar Neha Rani" userId="0cb3565b-9096-4176-bcd8-43b555293a50" providerId="ADAL" clId="{F40777DB-CF34-4209-928A-8762F4BC3E0F}" dt="2025-11-23T06:03:28.652" v="1785" actId="14100"/>
          <ac:picMkLst>
            <pc:docMk/>
            <pc:sldMk cId="3025282682" sldId="275"/>
            <ac:picMk id="6" creationId="{C0AE9958-CEFA-E334-71F2-FDFFD5D2F432}"/>
          </ac:picMkLst>
        </pc:picChg>
      </pc:sldChg>
      <pc:sldChg chg="addSp delSp modSp new del mod">
        <pc:chgData name="Dhangar Neha Rani" userId="0cb3565b-9096-4176-bcd8-43b555293a50" providerId="ADAL" clId="{F40777DB-CF34-4209-928A-8762F4BC3E0F}" dt="2025-11-23T08:28:25.674" v="2234" actId="47"/>
        <pc:sldMkLst>
          <pc:docMk/>
          <pc:sldMk cId="113191123" sldId="276"/>
        </pc:sldMkLst>
        <pc:spChg chg="del mod">
          <ac:chgData name="Dhangar Neha Rani" userId="0cb3565b-9096-4176-bcd8-43b555293a50" providerId="ADAL" clId="{F40777DB-CF34-4209-928A-8762F4BC3E0F}" dt="2025-11-23T08:28:18.574" v="2232" actId="478"/>
          <ac:spMkLst>
            <pc:docMk/>
            <pc:sldMk cId="113191123" sldId="276"/>
            <ac:spMk id="2" creationId="{2593BFD5-7F69-3F20-C1E6-4F7A05BA70B6}"/>
          </ac:spMkLst>
        </pc:spChg>
        <pc:spChg chg="add mod">
          <ac:chgData name="Dhangar Neha Rani" userId="0cb3565b-9096-4176-bcd8-43b555293a50" providerId="ADAL" clId="{F40777DB-CF34-4209-928A-8762F4BC3E0F}" dt="2025-11-23T08:28:21.973" v="2233" actId="14100"/>
          <ac:spMkLst>
            <pc:docMk/>
            <pc:sldMk cId="113191123" sldId="276"/>
            <ac:spMk id="4" creationId="{141306B5-0F8A-1902-54A8-0B71F1E513A6}"/>
          </ac:spMkLst>
        </pc:spChg>
      </pc:sldChg>
      <pc:sldChg chg="addSp modSp new del mod ord">
        <pc:chgData name="Dhangar Neha Rani" userId="0cb3565b-9096-4176-bcd8-43b555293a50" providerId="ADAL" clId="{F40777DB-CF34-4209-928A-8762F4BC3E0F}" dt="2025-11-23T06:03:44.573" v="1786" actId="47"/>
        <pc:sldMkLst>
          <pc:docMk/>
          <pc:sldMk cId="672231453" sldId="276"/>
        </pc:sldMkLst>
        <pc:picChg chg="add mod modCrop">
          <ac:chgData name="Dhangar Neha Rani" userId="0cb3565b-9096-4176-bcd8-43b555293a50" providerId="ADAL" clId="{F40777DB-CF34-4209-928A-8762F4BC3E0F}" dt="2025-11-23T06:01:41.074" v="1775" actId="1076"/>
          <ac:picMkLst>
            <pc:docMk/>
            <pc:sldMk cId="672231453" sldId="276"/>
            <ac:picMk id="5" creationId="{BDE9DD7A-4AD6-E034-80FD-93D36AEE7F52}"/>
          </ac:picMkLst>
        </pc:picChg>
      </pc:sldChg>
      <pc:sldChg chg="addSp modSp new del mod ord">
        <pc:chgData name="Dhangar Neha Rani" userId="0cb3565b-9096-4176-bcd8-43b555293a50" providerId="ADAL" clId="{F40777DB-CF34-4209-928A-8762F4BC3E0F}" dt="2025-11-23T06:03:44.573" v="1786" actId="47"/>
        <pc:sldMkLst>
          <pc:docMk/>
          <pc:sldMk cId="3783299947" sldId="277"/>
        </pc:sldMkLst>
        <pc:picChg chg="add mod modCrop">
          <ac:chgData name="Dhangar Neha Rani" userId="0cb3565b-9096-4176-bcd8-43b555293a50" providerId="ADAL" clId="{F40777DB-CF34-4209-928A-8762F4BC3E0F}" dt="2025-11-23T06:01:53.484" v="1776" actId="1076"/>
          <ac:picMkLst>
            <pc:docMk/>
            <pc:sldMk cId="3783299947" sldId="277"/>
            <ac:picMk id="5" creationId="{7A2F4F16-A0E9-9E95-CBC9-116B0645C105}"/>
          </ac:picMkLst>
        </pc:picChg>
      </pc:sldChg>
      <pc:sldChg chg="addSp modSp new del mod">
        <pc:chgData name="Dhangar Neha Rani" userId="0cb3565b-9096-4176-bcd8-43b555293a50" providerId="ADAL" clId="{F40777DB-CF34-4209-928A-8762F4BC3E0F}" dt="2025-11-23T06:03:44.573" v="1786" actId="47"/>
        <pc:sldMkLst>
          <pc:docMk/>
          <pc:sldMk cId="887477688" sldId="278"/>
        </pc:sldMkLst>
        <pc:picChg chg="add mod modCrop">
          <ac:chgData name="Dhangar Neha Rani" userId="0cb3565b-9096-4176-bcd8-43b555293a50" providerId="ADAL" clId="{F40777DB-CF34-4209-928A-8762F4BC3E0F}" dt="2025-11-23T06:02:07.536" v="1777" actId="1076"/>
          <ac:picMkLst>
            <pc:docMk/>
            <pc:sldMk cId="887477688" sldId="278"/>
            <ac:picMk id="5" creationId="{CB8530EF-30FF-CD63-1948-924F93FA4F89}"/>
          </ac:picMkLst>
        </pc:picChg>
      </pc:sldChg>
      <pc:sldChg chg="addSp modSp new del mod">
        <pc:chgData name="Dhangar Neha Rani" userId="0cb3565b-9096-4176-bcd8-43b555293a50" providerId="ADAL" clId="{F40777DB-CF34-4209-928A-8762F4BC3E0F}" dt="2025-11-23T06:03:50.808" v="1791" actId="47"/>
        <pc:sldMkLst>
          <pc:docMk/>
          <pc:sldMk cId="2713002930" sldId="279"/>
        </pc:sldMkLst>
        <pc:picChg chg="add mod">
          <ac:chgData name="Dhangar Neha Rani" userId="0cb3565b-9096-4176-bcd8-43b555293a50" providerId="ADAL" clId="{F40777DB-CF34-4209-928A-8762F4BC3E0F}" dt="2025-11-23T06:03:16.184" v="1782" actId="1076"/>
          <ac:picMkLst>
            <pc:docMk/>
            <pc:sldMk cId="2713002930" sldId="279"/>
            <ac:picMk id="5" creationId="{9315FD91-779F-E060-A798-5C14B48BCB85}"/>
          </ac:picMkLst>
        </pc:picChg>
      </pc:sldChg>
      <pc:sldChg chg="addSp delSp modSp new del mod">
        <pc:chgData name="Dhangar Neha Rani" userId="0cb3565b-9096-4176-bcd8-43b555293a50" providerId="ADAL" clId="{F40777DB-CF34-4209-928A-8762F4BC3E0F}" dt="2025-11-23T06:17:34.303" v="1828" actId="47"/>
        <pc:sldMkLst>
          <pc:docMk/>
          <pc:sldMk cId="2697916108" sldId="280"/>
        </pc:sldMkLst>
        <pc:spChg chg="add del mod">
          <ac:chgData name="Dhangar Neha Rani" userId="0cb3565b-9096-4176-bcd8-43b555293a50" providerId="ADAL" clId="{F40777DB-CF34-4209-928A-8762F4BC3E0F}" dt="2025-11-23T06:10:42.074" v="1804" actId="478"/>
          <ac:spMkLst>
            <pc:docMk/>
            <pc:sldMk cId="2697916108" sldId="280"/>
            <ac:spMk id="8" creationId="{F47E24C3-8E68-2269-702F-33DAA51F1F97}"/>
          </ac:spMkLst>
        </pc:spChg>
        <pc:graphicFrameChg chg="add del">
          <ac:chgData name="Dhangar Neha Rani" userId="0cb3565b-9096-4176-bcd8-43b555293a50" providerId="ADAL" clId="{F40777DB-CF34-4209-928A-8762F4BC3E0F}" dt="2025-11-23T06:13:04.008" v="1807" actId="478"/>
          <ac:graphicFrameMkLst>
            <pc:docMk/>
            <pc:sldMk cId="2697916108" sldId="280"/>
            <ac:graphicFrameMk id="9" creationId="{782983E0-731E-66B3-E613-196313E0FABC}"/>
          </ac:graphicFrameMkLst>
        </pc:graphicFrameChg>
        <pc:picChg chg="add del">
          <ac:chgData name="Dhangar Neha Rani" userId="0cb3565b-9096-4176-bcd8-43b555293a50" providerId="ADAL" clId="{F40777DB-CF34-4209-928A-8762F4BC3E0F}" dt="2025-11-23T06:04:06.774" v="1793" actId="22"/>
          <ac:picMkLst>
            <pc:docMk/>
            <pc:sldMk cId="2697916108" sldId="280"/>
            <ac:picMk id="5" creationId="{1E5EED7F-C34B-4B32-C82B-F26D70D96752}"/>
          </ac:picMkLst>
        </pc:picChg>
        <pc:picChg chg="add del mod">
          <ac:chgData name="Dhangar Neha Rani" userId="0cb3565b-9096-4176-bcd8-43b555293a50" providerId="ADAL" clId="{F40777DB-CF34-4209-928A-8762F4BC3E0F}" dt="2025-11-23T06:10:42.708" v="1805" actId="478"/>
          <ac:picMkLst>
            <pc:docMk/>
            <pc:sldMk cId="2697916108" sldId="280"/>
            <ac:picMk id="7" creationId="{65DCD618-4213-89D1-22CD-0D40DAE10EB3}"/>
          </ac:picMkLst>
        </pc:picChg>
      </pc:sldChg>
      <pc:sldChg chg="addSp modSp new del">
        <pc:chgData name="Dhangar Neha Rani" userId="0cb3565b-9096-4176-bcd8-43b555293a50" providerId="ADAL" clId="{F40777DB-CF34-4209-928A-8762F4BC3E0F}" dt="2025-11-23T06:17:34.303" v="1828" actId="47"/>
        <pc:sldMkLst>
          <pc:docMk/>
          <pc:sldMk cId="354776435" sldId="281"/>
        </pc:sldMkLst>
        <pc:spChg chg="add mod">
          <ac:chgData name="Dhangar Neha Rani" userId="0cb3565b-9096-4176-bcd8-43b555293a50" providerId="ADAL" clId="{F40777DB-CF34-4209-928A-8762F4BC3E0F}" dt="2025-11-23T06:04:43.308" v="1798"/>
          <ac:spMkLst>
            <pc:docMk/>
            <pc:sldMk cId="354776435" sldId="281"/>
            <ac:spMk id="4" creationId="{0BEC65DF-3C93-B9BF-9A13-7354EBFA5E55}"/>
          </ac:spMkLst>
        </pc:spChg>
      </pc:sldChg>
      <pc:sldChg chg="addSp modSp new del">
        <pc:chgData name="Dhangar Neha Rani" userId="0cb3565b-9096-4176-bcd8-43b555293a50" providerId="ADAL" clId="{F40777DB-CF34-4209-928A-8762F4BC3E0F}" dt="2025-11-23T06:17:34.303" v="1828" actId="47"/>
        <pc:sldMkLst>
          <pc:docMk/>
          <pc:sldMk cId="3010993513" sldId="282"/>
        </pc:sldMkLst>
        <pc:spChg chg="add mod">
          <ac:chgData name="Dhangar Neha Rani" userId="0cb3565b-9096-4176-bcd8-43b555293a50" providerId="ADAL" clId="{F40777DB-CF34-4209-928A-8762F4BC3E0F}" dt="2025-11-23T06:04:45.634" v="1799"/>
          <ac:spMkLst>
            <pc:docMk/>
            <pc:sldMk cId="3010993513" sldId="282"/>
            <ac:spMk id="4" creationId="{369345C1-1B2A-E6E6-DFCE-8CD54246CD7B}"/>
          </ac:spMkLst>
        </pc:spChg>
      </pc:sldChg>
      <pc:sldChg chg="addSp modSp new del">
        <pc:chgData name="Dhangar Neha Rani" userId="0cb3565b-9096-4176-bcd8-43b555293a50" providerId="ADAL" clId="{F40777DB-CF34-4209-928A-8762F4BC3E0F}" dt="2025-11-23T06:17:34.303" v="1828" actId="47"/>
        <pc:sldMkLst>
          <pc:docMk/>
          <pc:sldMk cId="2596851042" sldId="283"/>
        </pc:sldMkLst>
        <pc:spChg chg="add mod">
          <ac:chgData name="Dhangar Neha Rani" userId="0cb3565b-9096-4176-bcd8-43b555293a50" providerId="ADAL" clId="{F40777DB-CF34-4209-928A-8762F4BC3E0F}" dt="2025-11-23T06:04:47.012" v="1800"/>
          <ac:spMkLst>
            <pc:docMk/>
            <pc:sldMk cId="2596851042" sldId="283"/>
            <ac:spMk id="4" creationId="{B0E273FE-2F53-48DE-2920-1632799FF13A}"/>
          </ac:spMkLst>
        </pc:spChg>
      </pc:sldChg>
      <pc:sldMasterChg chg="setBg modSldLayout">
        <pc:chgData name="Dhangar Neha Rani" userId="0cb3565b-9096-4176-bcd8-43b555293a50" providerId="ADAL" clId="{F40777DB-CF34-4209-928A-8762F4BC3E0F}" dt="2025-11-23T05:42:05.724" v="1532"/>
        <pc:sldMasterMkLst>
          <pc:docMk/>
          <pc:sldMasterMk cId="0" sldId="2147483648"/>
        </pc:sldMasterMkLst>
        <pc:sldLayoutChg chg="addSp modSp setBg">
          <pc:chgData name="Dhangar Neha Rani" userId="0cb3565b-9096-4176-bcd8-43b555293a50" providerId="ADAL" clId="{F40777DB-CF34-4209-928A-8762F4BC3E0F}" dt="2025-11-23T05:42:05.724" v="1532"/>
          <pc:sldLayoutMkLst>
            <pc:docMk/>
            <pc:sldMasterMk cId="0" sldId="2147483648"/>
            <pc:sldLayoutMk cId="0" sldId="2147483650"/>
          </pc:sldLayoutMkLst>
          <pc:spChg chg="add mod">
            <ac:chgData name="Dhangar Neha Rani" userId="0cb3565b-9096-4176-bcd8-43b555293a50" providerId="ADAL" clId="{F40777DB-CF34-4209-928A-8762F4BC3E0F}" dt="2025-11-23T03:45:10.508" v="399"/>
            <ac:spMkLst>
              <pc:docMk/>
              <pc:sldMasterMk cId="0" sldId="2147483648"/>
              <pc:sldLayoutMk cId="0" sldId="2147483650"/>
              <ac:spMk id="4" creationId="{52B2FE16-585F-0143-C8EB-9D80CA9C3984}"/>
            </ac:spMkLst>
          </pc:spChg>
          <pc:spChg chg="add mod">
            <ac:chgData name="Dhangar Neha Rani" userId="0cb3565b-9096-4176-bcd8-43b555293a50" providerId="ADAL" clId="{F40777DB-CF34-4209-928A-8762F4BC3E0F}" dt="2025-11-23T03:45:11.058" v="400"/>
            <ac:spMkLst>
              <pc:docMk/>
              <pc:sldMasterMk cId="0" sldId="2147483648"/>
              <pc:sldLayoutMk cId="0" sldId="2147483650"/>
              <ac:spMk id="5" creationId="{01E1C1C2-C7EF-F1AF-D539-5EEC29F4FB3F}"/>
            </ac:spMkLst>
          </pc:spChg>
          <pc:spChg chg="add mod">
            <ac:chgData name="Dhangar Neha Rani" userId="0cb3565b-9096-4176-bcd8-43b555293a50" providerId="ADAL" clId="{F40777DB-CF34-4209-928A-8762F4BC3E0F}" dt="2025-11-23T03:45:11.058" v="400"/>
            <ac:spMkLst>
              <pc:docMk/>
              <pc:sldMasterMk cId="0" sldId="2147483648"/>
              <pc:sldLayoutMk cId="0" sldId="2147483650"/>
              <ac:spMk id="6" creationId="{2FC54A85-D324-4353-2EB2-DCEDAF362B4E}"/>
            </ac:spMkLst>
          </pc:spChg>
        </pc:sldLayoutChg>
        <pc:sldLayoutChg chg="addSp modSp setBg">
          <pc:chgData name="Dhangar Neha Rani" userId="0cb3565b-9096-4176-bcd8-43b555293a50" providerId="ADAL" clId="{F40777DB-CF34-4209-928A-8762F4BC3E0F}" dt="2025-11-23T05:42:05.724" v="1532"/>
          <pc:sldLayoutMkLst>
            <pc:docMk/>
            <pc:sldMasterMk cId="0" sldId="2147483648"/>
            <pc:sldLayoutMk cId="0" sldId="2147483651"/>
          </pc:sldLayoutMkLst>
          <pc:spChg chg="add mod">
            <ac:chgData name="Dhangar Neha Rani" userId="0cb3565b-9096-4176-bcd8-43b555293a50" providerId="ADAL" clId="{F40777DB-CF34-4209-928A-8762F4BC3E0F}" dt="2025-11-23T03:45:07.458" v="397"/>
            <ac:spMkLst>
              <pc:docMk/>
              <pc:sldMasterMk cId="0" sldId="2147483648"/>
              <pc:sldLayoutMk cId="0" sldId="2147483651"/>
              <ac:spMk id="4" creationId="{81EB854F-C740-E39D-DD60-C7961F41F153}"/>
            </ac:spMkLst>
          </pc:spChg>
          <pc:spChg chg="add mod">
            <ac:chgData name="Dhangar Neha Rani" userId="0cb3565b-9096-4176-bcd8-43b555293a50" providerId="ADAL" clId="{F40777DB-CF34-4209-928A-8762F4BC3E0F}" dt="2025-11-23T03:45:08.283" v="398"/>
            <ac:spMkLst>
              <pc:docMk/>
              <pc:sldMasterMk cId="0" sldId="2147483648"/>
              <pc:sldLayoutMk cId="0" sldId="2147483651"/>
              <ac:spMk id="5" creationId="{0518AB8D-6BC3-05FD-CF8B-E46966E2C20E}"/>
            </ac:spMkLst>
          </pc:spChg>
          <pc:spChg chg="add mod">
            <ac:chgData name="Dhangar Neha Rani" userId="0cb3565b-9096-4176-bcd8-43b555293a50" providerId="ADAL" clId="{F40777DB-CF34-4209-928A-8762F4BC3E0F}" dt="2025-11-23T03:45:08.283" v="398"/>
            <ac:spMkLst>
              <pc:docMk/>
              <pc:sldMasterMk cId="0" sldId="2147483648"/>
              <pc:sldLayoutMk cId="0" sldId="2147483651"/>
              <ac:spMk id="6" creationId="{8FE0A3EE-E16F-2C7C-C31F-7432452B53C5}"/>
            </ac:spMkLst>
          </pc:spChg>
        </pc:sldLayoutChg>
        <pc:sldLayoutChg chg="addSp modSp setBg">
          <pc:chgData name="Dhangar Neha Rani" userId="0cb3565b-9096-4176-bcd8-43b555293a50" providerId="ADAL" clId="{F40777DB-CF34-4209-928A-8762F4BC3E0F}" dt="2025-11-23T05:42:05.724" v="1532"/>
          <pc:sldLayoutMkLst>
            <pc:docMk/>
            <pc:sldMasterMk cId="0" sldId="2147483648"/>
            <pc:sldLayoutMk cId="0" sldId="2147483652"/>
          </pc:sldLayoutMkLst>
          <pc:spChg chg="add mod">
            <ac:chgData name="Dhangar Neha Rani" userId="0cb3565b-9096-4176-bcd8-43b555293a50" providerId="ADAL" clId="{F40777DB-CF34-4209-928A-8762F4BC3E0F}" dt="2025-11-23T03:45:03.086" v="395"/>
            <ac:spMkLst>
              <pc:docMk/>
              <pc:sldMasterMk cId="0" sldId="2147483648"/>
              <pc:sldLayoutMk cId="0" sldId="2147483652"/>
              <ac:spMk id="4" creationId="{EBD8DA0E-F293-3A08-97D8-F16FCE7DB805}"/>
            </ac:spMkLst>
          </pc:spChg>
          <pc:spChg chg="add mod">
            <ac:chgData name="Dhangar Neha Rani" userId="0cb3565b-9096-4176-bcd8-43b555293a50" providerId="ADAL" clId="{F40777DB-CF34-4209-928A-8762F4BC3E0F}" dt="2025-11-23T03:45:03.523" v="396"/>
            <ac:spMkLst>
              <pc:docMk/>
              <pc:sldMasterMk cId="0" sldId="2147483648"/>
              <pc:sldLayoutMk cId="0" sldId="2147483652"/>
              <ac:spMk id="5" creationId="{3CE8A399-ED09-55FF-67A8-6BA21BBE7123}"/>
            </ac:spMkLst>
          </pc:spChg>
          <pc:spChg chg="add mod">
            <ac:chgData name="Dhangar Neha Rani" userId="0cb3565b-9096-4176-bcd8-43b555293a50" providerId="ADAL" clId="{F40777DB-CF34-4209-928A-8762F4BC3E0F}" dt="2025-11-23T03:45:03.523" v="396"/>
            <ac:spMkLst>
              <pc:docMk/>
              <pc:sldMasterMk cId="0" sldId="2147483648"/>
              <pc:sldLayoutMk cId="0" sldId="2147483652"/>
              <ac:spMk id="6" creationId="{83CA6CED-8F12-E61C-9B40-AFD4C82B7A15}"/>
            </ac:spMkLst>
          </pc:spChg>
        </pc:sldLayoutChg>
        <pc:sldLayoutChg chg="addSp modSp setBg">
          <pc:chgData name="Dhangar Neha Rani" userId="0cb3565b-9096-4176-bcd8-43b555293a50" providerId="ADAL" clId="{F40777DB-CF34-4209-928A-8762F4BC3E0F}" dt="2025-11-23T05:42:05.724" v="1532"/>
          <pc:sldLayoutMkLst>
            <pc:docMk/>
            <pc:sldMasterMk cId="0" sldId="2147483648"/>
            <pc:sldLayoutMk cId="0" sldId="2147483653"/>
          </pc:sldLayoutMkLst>
          <pc:spChg chg="add mod">
            <ac:chgData name="Dhangar Neha Rani" userId="0cb3565b-9096-4176-bcd8-43b555293a50" providerId="ADAL" clId="{F40777DB-CF34-4209-928A-8762F4BC3E0F}" dt="2025-11-23T03:45:00.084" v="393"/>
            <ac:spMkLst>
              <pc:docMk/>
              <pc:sldMasterMk cId="0" sldId="2147483648"/>
              <pc:sldLayoutMk cId="0" sldId="2147483653"/>
              <ac:spMk id="4" creationId="{08F8CD89-D502-D0CF-B7CA-545B303F5AAF}"/>
            </ac:spMkLst>
          </pc:spChg>
          <pc:spChg chg="add mod">
            <ac:chgData name="Dhangar Neha Rani" userId="0cb3565b-9096-4176-bcd8-43b555293a50" providerId="ADAL" clId="{F40777DB-CF34-4209-928A-8762F4BC3E0F}" dt="2025-11-23T03:45:00.707" v="394"/>
            <ac:spMkLst>
              <pc:docMk/>
              <pc:sldMasterMk cId="0" sldId="2147483648"/>
              <pc:sldLayoutMk cId="0" sldId="2147483653"/>
              <ac:spMk id="5" creationId="{E2304C9F-8C29-37ED-F037-EA5CF8F3535F}"/>
            </ac:spMkLst>
          </pc:spChg>
          <pc:spChg chg="add mod">
            <ac:chgData name="Dhangar Neha Rani" userId="0cb3565b-9096-4176-bcd8-43b555293a50" providerId="ADAL" clId="{F40777DB-CF34-4209-928A-8762F4BC3E0F}" dt="2025-11-23T03:45:00.707" v="394"/>
            <ac:spMkLst>
              <pc:docMk/>
              <pc:sldMasterMk cId="0" sldId="2147483648"/>
              <pc:sldLayoutMk cId="0" sldId="2147483653"/>
              <ac:spMk id="6" creationId="{6A996946-D05B-2137-ECBE-91F1A57EAF03}"/>
            </ac:spMkLst>
          </pc:spChg>
        </pc:sldLayoutChg>
        <pc:sldLayoutChg chg="addSp modSp setBg">
          <pc:chgData name="Dhangar Neha Rani" userId="0cb3565b-9096-4176-bcd8-43b555293a50" providerId="ADAL" clId="{F40777DB-CF34-4209-928A-8762F4BC3E0F}" dt="2025-11-23T05:42:05.724" v="1532"/>
          <pc:sldLayoutMkLst>
            <pc:docMk/>
            <pc:sldMasterMk cId="0" sldId="2147483648"/>
            <pc:sldLayoutMk cId="0" sldId="2147483654"/>
          </pc:sldLayoutMkLst>
          <pc:spChg chg="add mod">
            <ac:chgData name="Dhangar Neha Rani" userId="0cb3565b-9096-4176-bcd8-43b555293a50" providerId="ADAL" clId="{F40777DB-CF34-4209-928A-8762F4BC3E0F}" dt="2025-11-23T03:44:54.284" v="391"/>
            <ac:spMkLst>
              <pc:docMk/>
              <pc:sldMasterMk cId="0" sldId="2147483648"/>
              <pc:sldLayoutMk cId="0" sldId="2147483654"/>
              <ac:spMk id="4" creationId="{42E730B1-F47B-D60E-0C89-FB44D7B957CC}"/>
            </ac:spMkLst>
          </pc:spChg>
          <pc:spChg chg="add mod">
            <ac:chgData name="Dhangar Neha Rani" userId="0cb3565b-9096-4176-bcd8-43b555293a50" providerId="ADAL" clId="{F40777DB-CF34-4209-928A-8762F4BC3E0F}" dt="2025-11-23T03:44:54.924" v="392"/>
            <ac:spMkLst>
              <pc:docMk/>
              <pc:sldMasterMk cId="0" sldId="2147483648"/>
              <pc:sldLayoutMk cId="0" sldId="2147483654"/>
              <ac:spMk id="5" creationId="{8C11C081-7E4D-596A-15E6-481F76067B9B}"/>
            </ac:spMkLst>
          </pc:spChg>
          <pc:spChg chg="add mod">
            <ac:chgData name="Dhangar Neha Rani" userId="0cb3565b-9096-4176-bcd8-43b555293a50" providerId="ADAL" clId="{F40777DB-CF34-4209-928A-8762F4BC3E0F}" dt="2025-11-23T03:44:54.924" v="392"/>
            <ac:spMkLst>
              <pc:docMk/>
              <pc:sldMasterMk cId="0" sldId="2147483648"/>
              <pc:sldLayoutMk cId="0" sldId="2147483654"/>
              <ac:spMk id="6" creationId="{8E73CDB4-AEB6-717B-A93A-E4B6C8B91777}"/>
            </ac:spMkLst>
          </pc:spChg>
        </pc:sldLayoutChg>
        <pc:sldLayoutChg chg="addSp modSp setBg">
          <pc:chgData name="Dhangar Neha Rani" userId="0cb3565b-9096-4176-bcd8-43b555293a50" providerId="ADAL" clId="{F40777DB-CF34-4209-928A-8762F4BC3E0F}" dt="2025-11-23T05:42:05.724" v="1532"/>
          <pc:sldLayoutMkLst>
            <pc:docMk/>
            <pc:sldMasterMk cId="0" sldId="2147483648"/>
            <pc:sldLayoutMk cId="0" sldId="2147483655"/>
          </pc:sldLayoutMkLst>
          <pc:spChg chg="add mod">
            <ac:chgData name="Dhangar Neha Rani" userId="0cb3565b-9096-4176-bcd8-43b555293a50" providerId="ADAL" clId="{F40777DB-CF34-4209-928A-8762F4BC3E0F}" dt="2025-11-23T03:44:51.184" v="389"/>
            <ac:spMkLst>
              <pc:docMk/>
              <pc:sldMasterMk cId="0" sldId="2147483648"/>
              <pc:sldLayoutMk cId="0" sldId="2147483655"/>
              <ac:spMk id="4" creationId="{E7618E94-21A6-2181-2148-D2F236F0AA70}"/>
            </ac:spMkLst>
          </pc:spChg>
          <pc:spChg chg="add mod">
            <ac:chgData name="Dhangar Neha Rani" userId="0cb3565b-9096-4176-bcd8-43b555293a50" providerId="ADAL" clId="{F40777DB-CF34-4209-928A-8762F4BC3E0F}" dt="2025-11-23T03:44:51.924" v="390"/>
            <ac:spMkLst>
              <pc:docMk/>
              <pc:sldMasterMk cId="0" sldId="2147483648"/>
              <pc:sldLayoutMk cId="0" sldId="2147483655"/>
              <ac:spMk id="5" creationId="{F4CF6480-EA35-D401-782A-9505678363B4}"/>
            </ac:spMkLst>
          </pc:spChg>
          <pc:spChg chg="add mod">
            <ac:chgData name="Dhangar Neha Rani" userId="0cb3565b-9096-4176-bcd8-43b555293a50" providerId="ADAL" clId="{F40777DB-CF34-4209-928A-8762F4BC3E0F}" dt="2025-11-23T03:44:51.924" v="390"/>
            <ac:spMkLst>
              <pc:docMk/>
              <pc:sldMasterMk cId="0" sldId="2147483648"/>
              <pc:sldLayoutMk cId="0" sldId="2147483655"/>
              <ac:spMk id="6" creationId="{29C17383-9C96-4655-CA22-EE50F94979B0}"/>
            </ac:spMkLst>
          </pc:spChg>
        </pc:sldLayoutChg>
        <pc:sldLayoutChg chg="addSp modSp setBg">
          <pc:chgData name="Dhangar Neha Rani" userId="0cb3565b-9096-4176-bcd8-43b555293a50" providerId="ADAL" clId="{F40777DB-CF34-4209-928A-8762F4BC3E0F}" dt="2025-11-23T05:42:05.724" v="1532"/>
          <pc:sldLayoutMkLst>
            <pc:docMk/>
            <pc:sldMasterMk cId="0" sldId="2147483648"/>
            <pc:sldLayoutMk cId="0" sldId="2147483656"/>
          </pc:sldLayoutMkLst>
          <pc:spChg chg="add mod">
            <ac:chgData name="Dhangar Neha Rani" userId="0cb3565b-9096-4176-bcd8-43b555293a50" providerId="ADAL" clId="{F40777DB-CF34-4209-928A-8762F4BC3E0F}" dt="2025-11-23T03:44:40.499" v="387"/>
            <ac:spMkLst>
              <pc:docMk/>
              <pc:sldMasterMk cId="0" sldId="2147483648"/>
              <pc:sldLayoutMk cId="0" sldId="2147483656"/>
              <ac:spMk id="4" creationId="{04A00DFC-9269-556D-256D-2318EFC9FB21}"/>
            </ac:spMkLst>
          </pc:spChg>
          <pc:spChg chg="add mod">
            <ac:chgData name="Dhangar Neha Rani" userId="0cb3565b-9096-4176-bcd8-43b555293a50" providerId="ADAL" clId="{F40777DB-CF34-4209-928A-8762F4BC3E0F}" dt="2025-11-23T03:44:41.558" v="388"/>
            <ac:spMkLst>
              <pc:docMk/>
              <pc:sldMasterMk cId="0" sldId="2147483648"/>
              <pc:sldLayoutMk cId="0" sldId="2147483656"/>
              <ac:spMk id="5" creationId="{ADE6465D-619E-CDE0-3E0E-1697A09A1392}"/>
            </ac:spMkLst>
          </pc:spChg>
          <pc:spChg chg="add mod">
            <ac:chgData name="Dhangar Neha Rani" userId="0cb3565b-9096-4176-bcd8-43b555293a50" providerId="ADAL" clId="{F40777DB-CF34-4209-928A-8762F4BC3E0F}" dt="2025-11-23T03:44:41.558" v="388"/>
            <ac:spMkLst>
              <pc:docMk/>
              <pc:sldMasterMk cId="0" sldId="2147483648"/>
              <pc:sldLayoutMk cId="0" sldId="2147483656"/>
              <ac:spMk id="6" creationId="{0031831F-143C-275C-5D3E-C720FFE962DA}"/>
            </ac:spMkLst>
          </pc:spChg>
        </pc:sldLayoutChg>
        <pc:sldLayoutChg chg="addSp modSp setBg">
          <pc:chgData name="Dhangar Neha Rani" userId="0cb3565b-9096-4176-bcd8-43b555293a50" providerId="ADAL" clId="{F40777DB-CF34-4209-928A-8762F4BC3E0F}" dt="2025-11-23T05:42:05.724" v="1532"/>
          <pc:sldLayoutMkLst>
            <pc:docMk/>
            <pc:sldMasterMk cId="0" sldId="2147483648"/>
            <pc:sldLayoutMk cId="0" sldId="2147483657"/>
          </pc:sldLayoutMkLst>
          <pc:spChg chg="add mod">
            <ac:chgData name="Dhangar Neha Rani" userId="0cb3565b-9096-4176-bcd8-43b555293a50" providerId="ADAL" clId="{F40777DB-CF34-4209-928A-8762F4BC3E0F}" dt="2025-11-23T03:44:31.934" v="385"/>
            <ac:spMkLst>
              <pc:docMk/>
              <pc:sldMasterMk cId="0" sldId="2147483648"/>
              <pc:sldLayoutMk cId="0" sldId="2147483657"/>
              <ac:spMk id="4" creationId="{CACE4F62-5345-F112-B6CF-AF6F42BD344E}"/>
            </ac:spMkLst>
          </pc:spChg>
          <pc:spChg chg="add mod">
            <ac:chgData name="Dhangar Neha Rani" userId="0cb3565b-9096-4176-bcd8-43b555293a50" providerId="ADAL" clId="{F40777DB-CF34-4209-928A-8762F4BC3E0F}" dt="2025-11-23T03:44:32.449" v="386"/>
            <ac:spMkLst>
              <pc:docMk/>
              <pc:sldMasterMk cId="0" sldId="2147483648"/>
              <pc:sldLayoutMk cId="0" sldId="2147483657"/>
              <ac:spMk id="5" creationId="{5B202AF4-6625-94D7-F67B-255962A97FB2}"/>
            </ac:spMkLst>
          </pc:spChg>
          <pc:spChg chg="add mod">
            <ac:chgData name="Dhangar Neha Rani" userId="0cb3565b-9096-4176-bcd8-43b555293a50" providerId="ADAL" clId="{F40777DB-CF34-4209-928A-8762F4BC3E0F}" dt="2025-11-23T03:44:32.449" v="386"/>
            <ac:spMkLst>
              <pc:docMk/>
              <pc:sldMasterMk cId="0" sldId="2147483648"/>
              <pc:sldLayoutMk cId="0" sldId="2147483657"/>
              <ac:spMk id="6" creationId="{CC9563D2-1584-2C36-4856-8409C21C6104}"/>
            </ac:spMkLst>
          </pc:spChg>
        </pc:sldLayoutChg>
        <pc:sldLayoutChg chg="addSp modSp setBg">
          <pc:chgData name="Dhangar Neha Rani" userId="0cb3565b-9096-4176-bcd8-43b555293a50" providerId="ADAL" clId="{F40777DB-CF34-4209-928A-8762F4BC3E0F}" dt="2025-11-23T05:42:05.724" v="1532"/>
          <pc:sldLayoutMkLst>
            <pc:docMk/>
            <pc:sldMasterMk cId="0" sldId="2147483648"/>
            <pc:sldLayoutMk cId="0" sldId="2147483658"/>
          </pc:sldLayoutMkLst>
          <pc:spChg chg="add mod">
            <ac:chgData name="Dhangar Neha Rani" userId="0cb3565b-9096-4176-bcd8-43b555293a50" providerId="ADAL" clId="{F40777DB-CF34-4209-928A-8762F4BC3E0F}" dt="2025-11-23T03:44:24.308" v="383"/>
            <ac:spMkLst>
              <pc:docMk/>
              <pc:sldMasterMk cId="0" sldId="2147483648"/>
              <pc:sldLayoutMk cId="0" sldId="2147483658"/>
              <ac:spMk id="4" creationId="{63662CC6-B84E-6584-7673-96F0B62F2FDF}"/>
            </ac:spMkLst>
          </pc:spChg>
          <pc:spChg chg="add mod">
            <ac:chgData name="Dhangar Neha Rani" userId="0cb3565b-9096-4176-bcd8-43b555293a50" providerId="ADAL" clId="{F40777DB-CF34-4209-928A-8762F4BC3E0F}" dt="2025-11-23T03:44:25.234" v="384"/>
            <ac:spMkLst>
              <pc:docMk/>
              <pc:sldMasterMk cId="0" sldId="2147483648"/>
              <pc:sldLayoutMk cId="0" sldId="2147483658"/>
              <ac:spMk id="5" creationId="{89660C6A-1D2D-FB03-2E82-58A0DE935A2A}"/>
            </ac:spMkLst>
          </pc:spChg>
          <pc:spChg chg="add mod">
            <ac:chgData name="Dhangar Neha Rani" userId="0cb3565b-9096-4176-bcd8-43b555293a50" providerId="ADAL" clId="{F40777DB-CF34-4209-928A-8762F4BC3E0F}" dt="2025-11-23T03:44:25.234" v="384"/>
            <ac:spMkLst>
              <pc:docMk/>
              <pc:sldMasterMk cId="0" sldId="2147483648"/>
              <pc:sldLayoutMk cId="0" sldId="2147483658"/>
              <ac:spMk id="6" creationId="{2F3A6B2C-88C2-A6E3-FE19-A07A4F6DD368}"/>
            </ac:spMkLst>
          </pc:spChg>
        </pc:sldLayoutChg>
        <pc:sldLayoutChg chg="setBg">
          <pc:chgData name="Dhangar Neha Rani" userId="0cb3565b-9096-4176-bcd8-43b555293a50" providerId="ADAL" clId="{F40777DB-CF34-4209-928A-8762F4BC3E0F}" dt="2025-11-23T05:42:05.724" v="1532"/>
          <pc:sldLayoutMkLst>
            <pc:docMk/>
            <pc:sldMasterMk cId="0" sldId="2147483648"/>
            <pc:sldLayoutMk cId="1666210075" sldId="2147483659"/>
          </pc:sldLayoutMkLst>
        </pc:sldLayoutChg>
      </pc:sldMasterChg>
      <pc:sldMasterChg chg="add setBg addSldLayout modSldLayout">
        <pc:chgData name="Dhangar Neha Rani" userId="0cb3565b-9096-4176-bcd8-43b555293a50" providerId="ADAL" clId="{F40777DB-CF34-4209-928A-8762F4BC3E0F}" dt="2025-11-23T05:42:05.724" v="1532"/>
        <pc:sldMasterMkLst>
          <pc:docMk/>
          <pc:sldMasterMk cId="216695699" sldId="2147483728"/>
        </pc:sldMasterMkLst>
        <pc:sldLayoutChg chg="add setBg">
          <pc:chgData name="Dhangar Neha Rani" userId="0cb3565b-9096-4176-bcd8-43b555293a50" providerId="ADAL" clId="{F40777DB-CF34-4209-928A-8762F4BC3E0F}" dt="2025-11-23T05:42:05.724" v="1532"/>
          <pc:sldLayoutMkLst>
            <pc:docMk/>
            <pc:sldMasterMk cId="216695699" sldId="2147483728"/>
            <pc:sldLayoutMk cId="1263686577" sldId="2147483729"/>
          </pc:sldLayoutMkLst>
        </pc:sldLayoutChg>
      </pc:sldMasterChg>
    </pc:docChg>
  </pc:docChgLst>
  <pc:docChgLst>
    <pc:chgData name="Dhangar Neha Rani" userId="0cb3565b-9096-4176-bcd8-43b555293a50" providerId="ADAL" clId="{2C4D9C36-2114-497F-9376-4E7AC47B3C31}"/>
    <pc:docChg chg="custSel addSld delSld modSld modMainMaster modSection">
      <pc:chgData name="Dhangar Neha Rani" userId="0cb3565b-9096-4176-bcd8-43b555293a50" providerId="ADAL" clId="{2C4D9C36-2114-497F-9376-4E7AC47B3C31}" dt="2025-11-22T13:33:50.113" v="34" actId="14100"/>
      <pc:docMkLst>
        <pc:docMk/>
      </pc:docMkLst>
      <pc:sldChg chg="modSp mod">
        <pc:chgData name="Dhangar Neha Rani" userId="0cb3565b-9096-4176-bcd8-43b555293a50" providerId="ADAL" clId="{2C4D9C36-2114-497F-9376-4E7AC47B3C31}" dt="2025-11-22T13:33:50.113" v="34" actId="14100"/>
        <pc:sldMkLst>
          <pc:docMk/>
          <pc:sldMk cId="1026576339" sldId="257"/>
        </pc:sldMkLst>
        <pc:spChg chg="mod">
          <ac:chgData name="Dhangar Neha Rani" userId="0cb3565b-9096-4176-bcd8-43b555293a50" providerId="ADAL" clId="{2C4D9C36-2114-497F-9376-4E7AC47B3C31}" dt="2025-11-22T13:32:07.433" v="23" actId="14100"/>
          <ac:spMkLst>
            <pc:docMk/>
            <pc:sldMk cId="1026576339" sldId="257"/>
            <ac:spMk id="11" creationId="{00000000-0000-0000-0000-000000000000}"/>
          </ac:spMkLst>
        </pc:spChg>
        <pc:spChg chg="mod">
          <ac:chgData name="Dhangar Neha Rani" userId="0cb3565b-9096-4176-bcd8-43b555293a50" providerId="ADAL" clId="{2C4D9C36-2114-497F-9376-4E7AC47B3C31}" dt="2025-11-22T13:32:30.201" v="26" actId="14100"/>
          <ac:spMkLst>
            <pc:docMk/>
            <pc:sldMk cId="1026576339" sldId="257"/>
            <ac:spMk id="12" creationId="{00000000-0000-0000-0000-000000000000}"/>
          </ac:spMkLst>
        </pc:spChg>
        <pc:spChg chg="mod">
          <ac:chgData name="Dhangar Neha Rani" userId="0cb3565b-9096-4176-bcd8-43b555293a50" providerId="ADAL" clId="{2C4D9C36-2114-497F-9376-4E7AC47B3C31}" dt="2025-11-22T13:33:50.113" v="34" actId="14100"/>
          <ac:spMkLst>
            <pc:docMk/>
            <pc:sldMk cId="1026576339" sldId="257"/>
            <ac:spMk id="19" creationId="{00000000-0000-0000-0000-000000000000}"/>
          </ac:spMkLst>
        </pc:spChg>
        <pc:spChg chg="mod">
          <ac:chgData name="Dhangar Neha Rani" userId="0cb3565b-9096-4176-bcd8-43b555293a50" providerId="ADAL" clId="{2C4D9C36-2114-497F-9376-4E7AC47B3C31}" dt="2025-11-22T13:33:42.390" v="33" actId="255"/>
          <ac:spMkLst>
            <pc:docMk/>
            <pc:sldMk cId="1026576339" sldId="257"/>
            <ac:spMk id="25" creationId="{00000000-0000-0000-0000-000000000000}"/>
          </ac:spMkLst>
        </pc:spChg>
        <pc:spChg chg="mod">
          <ac:chgData name="Dhangar Neha Rani" userId="0cb3565b-9096-4176-bcd8-43b555293a50" providerId="ADAL" clId="{2C4D9C36-2114-497F-9376-4E7AC47B3C31}" dt="2025-11-22T13:33:10.374" v="29" actId="6549"/>
          <ac:spMkLst>
            <pc:docMk/>
            <pc:sldMk cId="1026576339" sldId="257"/>
            <ac:spMk id="26" creationId="{00000000-0000-0000-0000-000000000000}"/>
          </ac:spMkLst>
        </pc:spChg>
      </pc:sldChg>
      <pc:sldChg chg="addSp delSp modSp del mod">
        <pc:chgData name="Dhangar Neha Rani" userId="0cb3565b-9096-4176-bcd8-43b555293a50" providerId="ADAL" clId="{2C4D9C36-2114-497F-9376-4E7AC47B3C31}" dt="2025-11-22T13:28:56.826" v="15" actId="47"/>
        <pc:sldMkLst>
          <pc:docMk/>
          <pc:sldMk cId="1438255823" sldId="269"/>
        </pc:sldMkLst>
        <pc:spChg chg="mod">
          <ac:chgData name="Dhangar Neha Rani" userId="0cb3565b-9096-4176-bcd8-43b555293a50" providerId="ADAL" clId="{2C4D9C36-2114-497F-9376-4E7AC47B3C31}" dt="2025-11-22T13:15:08.224" v="0" actId="6549"/>
          <ac:spMkLst>
            <pc:docMk/>
            <pc:sldMk cId="1438255823" sldId="269"/>
            <ac:spMk id="3" creationId="{00000000-0000-0000-0000-000000000000}"/>
          </ac:spMkLst>
        </pc:spChg>
        <pc:spChg chg="del mod">
          <ac:chgData name="Dhangar Neha Rani" userId="0cb3565b-9096-4176-bcd8-43b555293a50" providerId="ADAL" clId="{2C4D9C36-2114-497F-9376-4E7AC47B3C31}" dt="2025-11-22T13:15:14.745" v="2" actId="478"/>
          <ac:spMkLst>
            <pc:docMk/>
            <pc:sldMk cId="1438255823" sldId="269"/>
            <ac:spMk id="4" creationId="{00000000-0000-0000-0000-000000000000}"/>
          </ac:spMkLst>
        </pc:spChg>
        <pc:spChg chg="add mod">
          <ac:chgData name="Dhangar Neha Rani" userId="0cb3565b-9096-4176-bcd8-43b555293a50" providerId="ADAL" clId="{2C4D9C36-2114-497F-9376-4E7AC47B3C31}" dt="2025-11-22T13:16:34.465" v="14" actId="403"/>
          <ac:spMkLst>
            <pc:docMk/>
            <pc:sldMk cId="1438255823" sldId="269"/>
            <ac:spMk id="5" creationId="{C36803D4-EF2A-92A9-479B-9EF7E88AE7E9}"/>
          </ac:spMkLst>
        </pc:spChg>
      </pc:sldChg>
      <pc:sldChg chg="modSp add mod">
        <pc:chgData name="Dhangar Neha Rani" userId="0cb3565b-9096-4176-bcd8-43b555293a50" providerId="ADAL" clId="{2C4D9C36-2114-497F-9376-4E7AC47B3C31}" dt="2025-11-22T13:30:16.197" v="21" actId="2711"/>
        <pc:sldMkLst>
          <pc:docMk/>
          <pc:sldMk cId="615825834" sldId="271"/>
        </pc:sldMkLst>
        <pc:spChg chg="mod">
          <ac:chgData name="Dhangar Neha Rani" userId="0cb3565b-9096-4176-bcd8-43b555293a50" providerId="ADAL" clId="{2C4D9C36-2114-497F-9376-4E7AC47B3C31}" dt="2025-11-22T13:30:16.197" v="21" actId="2711"/>
          <ac:spMkLst>
            <pc:docMk/>
            <pc:sldMk cId="615825834" sldId="271"/>
            <ac:spMk id="2" creationId="{00000000-0000-0000-0000-000000000000}"/>
          </ac:spMkLst>
        </pc:spChg>
        <pc:spChg chg="mod">
          <ac:chgData name="Dhangar Neha Rani" userId="0cb3565b-9096-4176-bcd8-43b555293a50" providerId="ADAL" clId="{2C4D9C36-2114-497F-9376-4E7AC47B3C31}" dt="2025-11-22T13:30:16.197" v="21" actId="2711"/>
          <ac:spMkLst>
            <pc:docMk/>
            <pc:sldMk cId="615825834" sldId="271"/>
            <ac:spMk id="6" creationId="{00000000-0000-0000-0000-000000000000}"/>
          </ac:spMkLst>
        </pc:spChg>
        <pc:spChg chg="mod">
          <ac:chgData name="Dhangar Neha Rani" userId="0cb3565b-9096-4176-bcd8-43b555293a50" providerId="ADAL" clId="{2C4D9C36-2114-497F-9376-4E7AC47B3C31}" dt="2025-11-22T13:30:16.197" v="21" actId="2711"/>
          <ac:spMkLst>
            <pc:docMk/>
            <pc:sldMk cId="615825834" sldId="271"/>
            <ac:spMk id="9" creationId="{00000000-0000-0000-0000-000000000000}"/>
          </ac:spMkLst>
        </pc:spChg>
        <pc:spChg chg="mod">
          <ac:chgData name="Dhangar Neha Rani" userId="0cb3565b-9096-4176-bcd8-43b555293a50" providerId="ADAL" clId="{2C4D9C36-2114-497F-9376-4E7AC47B3C31}" dt="2025-11-22T13:30:16.197" v="21" actId="2711"/>
          <ac:spMkLst>
            <pc:docMk/>
            <pc:sldMk cId="615825834" sldId="271"/>
            <ac:spMk id="10" creationId="{00000000-0000-0000-0000-000000000000}"/>
          </ac:spMkLst>
        </pc:spChg>
        <pc:spChg chg="mod">
          <ac:chgData name="Dhangar Neha Rani" userId="0cb3565b-9096-4176-bcd8-43b555293a50" providerId="ADAL" clId="{2C4D9C36-2114-497F-9376-4E7AC47B3C31}" dt="2025-11-22T13:30:16.197" v="21" actId="2711"/>
          <ac:spMkLst>
            <pc:docMk/>
            <pc:sldMk cId="615825834" sldId="271"/>
            <ac:spMk id="11" creationId="{00000000-0000-0000-0000-000000000000}"/>
          </ac:spMkLst>
        </pc:spChg>
        <pc:spChg chg="mod">
          <ac:chgData name="Dhangar Neha Rani" userId="0cb3565b-9096-4176-bcd8-43b555293a50" providerId="ADAL" clId="{2C4D9C36-2114-497F-9376-4E7AC47B3C31}" dt="2025-11-22T13:30:16.197" v="21" actId="2711"/>
          <ac:spMkLst>
            <pc:docMk/>
            <pc:sldMk cId="615825834" sldId="271"/>
            <ac:spMk id="12" creationId="{00000000-0000-0000-0000-000000000000}"/>
          </ac:spMkLst>
        </pc:spChg>
        <pc:spChg chg="mod">
          <ac:chgData name="Dhangar Neha Rani" userId="0cb3565b-9096-4176-bcd8-43b555293a50" providerId="ADAL" clId="{2C4D9C36-2114-497F-9376-4E7AC47B3C31}" dt="2025-11-22T13:30:16.197" v="21" actId="2711"/>
          <ac:spMkLst>
            <pc:docMk/>
            <pc:sldMk cId="615825834" sldId="271"/>
            <ac:spMk id="13" creationId="{00000000-0000-0000-0000-000000000000}"/>
          </ac:spMkLst>
        </pc:spChg>
        <pc:spChg chg="mod">
          <ac:chgData name="Dhangar Neha Rani" userId="0cb3565b-9096-4176-bcd8-43b555293a50" providerId="ADAL" clId="{2C4D9C36-2114-497F-9376-4E7AC47B3C31}" dt="2025-11-22T13:30:16.197" v="21" actId="2711"/>
          <ac:spMkLst>
            <pc:docMk/>
            <pc:sldMk cId="615825834" sldId="271"/>
            <ac:spMk id="17" creationId="{00000000-0000-0000-0000-000000000000}"/>
          </ac:spMkLst>
        </pc:spChg>
        <pc:spChg chg="mod">
          <ac:chgData name="Dhangar Neha Rani" userId="0cb3565b-9096-4176-bcd8-43b555293a50" providerId="ADAL" clId="{2C4D9C36-2114-497F-9376-4E7AC47B3C31}" dt="2025-11-22T13:30:16.197" v="21" actId="2711"/>
          <ac:spMkLst>
            <pc:docMk/>
            <pc:sldMk cId="615825834" sldId="271"/>
            <ac:spMk id="19" creationId="{00000000-0000-0000-0000-000000000000}"/>
          </ac:spMkLst>
        </pc:spChg>
        <pc:spChg chg="mod">
          <ac:chgData name="Dhangar Neha Rani" userId="0cb3565b-9096-4176-bcd8-43b555293a50" providerId="ADAL" clId="{2C4D9C36-2114-497F-9376-4E7AC47B3C31}" dt="2025-11-22T13:30:16.197" v="21" actId="2711"/>
          <ac:spMkLst>
            <pc:docMk/>
            <pc:sldMk cId="615825834" sldId="271"/>
            <ac:spMk id="23" creationId="{00000000-0000-0000-0000-000000000000}"/>
          </ac:spMkLst>
        </pc:spChg>
        <pc:spChg chg="mod">
          <ac:chgData name="Dhangar Neha Rani" userId="0cb3565b-9096-4176-bcd8-43b555293a50" providerId="ADAL" clId="{2C4D9C36-2114-497F-9376-4E7AC47B3C31}" dt="2025-11-22T13:30:09.402" v="20" actId="1076"/>
          <ac:spMkLst>
            <pc:docMk/>
            <pc:sldMk cId="615825834" sldId="271"/>
            <ac:spMk id="27" creationId="{00000000-0000-0000-0000-000000000000}"/>
          </ac:spMkLst>
        </pc:spChg>
      </pc:sldChg>
      <pc:sldMasterChg chg="addSldLayout modSldLayout">
        <pc:chgData name="Dhangar Neha Rani" userId="0cb3565b-9096-4176-bcd8-43b555293a50" providerId="ADAL" clId="{2C4D9C36-2114-497F-9376-4E7AC47B3C31}" dt="2025-11-22T13:29:37.687" v="18" actId="478"/>
        <pc:sldMasterMkLst>
          <pc:docMk/>
          <pc:sldMasterMk cId="0" sldId="2147483648"/>
        </pc:sldMasterMkLst>
        <pc:sldLayoutChg chg="delSp add mod">
          <pc:chgData name="Dhangar Neha Rani" userId="0cb3565b-9096-4176-bcd8-43b555293a50" providerId="ADAL" clId="{2C4D9C36-2114-497F-9376-4E7AC47B3C31}" dt="2025-11-22T13:29:37.687" v="18" actId="478"/>
          <pc:sldLayoutMkLst>
            <pc:docMk/>
            <pc:sldMasterMk cId="0" sldId="2147483648"/>
            <pc:sldLayoutMk cId="0" sldId="2147483658"/>
          </pc:sldLayoutMkLst>
          <pc:picChg chg="del">
            <ac:chgData name="Dhangar Neha Rani" userId="0cb3565b-9096-4176-bcd8-43b555293a50" providerId="ADAL" clId="{2C4D9C36-2114-497F-9376-4E7AC47B3C31}" dt="2025-11-22T13:29:37.687" v="18" actId="478"/>
            <ac:picMkLst>
              <pc:docMk/>
              <pc:sldMasterMk cId="0" sldId="2147483648"/>
              <pc:sldLayoutMk cId="0" sldId="2147483658"/>
              <ac:picMk id="4" creationId="{00000000-0000-0000-0000-000000000000}"/>
            </ac:picMkLst>
          </pc:pic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AFEF69-69F7-458E-B0CF-7F65CFC9650D}" type="doc">
      <dgm:prSet loTypeId="urn:microsoft.com/office/officeart/2005/8/layout/vList6" loCatId="list" qsTypeId="urn:microsoft.com/office/officeart/2005/8/quickstyle/simple5" qsCatId="simple" csTypeId="urn:microsoft.com/office/officeart/2005/8/colors/colorful5" csCatId="colorful" phldr="1"/>
      <dgm:spPr/>
      <dgm:t>
        <a:bodyPr/>
        <a:lstStyle/>
        <a:p>
          <a:endParaRPr lang="en-US"/>
        </a:p>
      </dgm:t>
    </dgm:pt>
    <dgm:pt modelId="{8B3103AD-BAB4-40ED-8E0B-A580A80B2136}">
      <dgm:prSet phldrT="[Text]" custT="1"/>
      <dgm:spPr/>
      <dgm:t>
        <a:bodyPr/>
        <a:lstStyle/>
        <a:p>
          <a:r>
            <a:rPr lang="en-US" sz="1600" b="1" dirty="0">
              <a:latin typeface="Georgia Pro" panose="02040502050405020303" pitchFamily="18" charset="0"/>
              <a:ea typeface="Inter" pitchFamily="34" charset="-122"/>
              <a:cs typeface="Inter" pitchFamily="34" charset="-120"/>
            </a:rPr>
            <a:t>Mean</a:t>
          </a:r>
          <a:endParaRPr lang="en-US" sz="1600" dirty="0"/>
        </a:p>
      </dgm:t>
    </dgm:pt>
    <dgm:pt modelId="{D17FD67B-6ADE-4AF5-ADCB-C0FBD2E3E414}" type="parTrans" cxnId="{A98B600F-7B76-4E48-9F62-0C7C3B7D13A1}">
      <dgm:prSet/>
      <dgm:spPr/>
      <dgm:t>
        <a:bodyPr/>
        <a:lstStyle/>
        <a:p>
          <a:endParaRPr lang="en-US"/>
        </a:p>
      </dgm:t>
    </dgm:pt>
    <dgm:pt modelId="{FDA6EFA1-7A8D-4F5E-B247-62855804E381}" type="sibTrans" cxnId="{A98B600F-7B76-4E48-9F62-0C7C3B7D13A1}">
      <dgm:prSet/>
      <dgm:spPr/>
      <dgm:t>
        <a:bodyPr/>
        <a:lstStyle/>
        <a:p>
          <a:endParaRPr lang="en-US"/>
        </a:p>
      </dgm:t>
    </dgm:pt>
    <dgm:pt modelId="{22204AC2-1886-415C-93FA-806017C2C814}">
      <dgm:prSet phldrT="[Text]" phldr="0" custT="1"/>
      <dgm:spPr/>
      <dgm:t>
        <a:bodyPr/>
        <a:lstStyle/>
        <a:p>
          <a:pPr algn="l"/>
          <a:endParaRPr lang="en-US" sz="1200" dirty="0"/>
        </a:p>
      </dgm:t>
    </dgm:pt>
    <dgm:pt modelId="{5DDD7CD4-E6DF-4D34-9439-39EC07172A09}" type="parTrans" cxnId="{196FC82C-CA1D-4E98-849E-BA8226632F03}">
      <dgm:prSet/>
      <dgm:spPr/>
      <dgm:t>
        <a:bodyPr/>
        <a:lstStyle/>
        <a:p>
          <a:endParaRPr lang="en-US"/>
        </a:p>
      </dgm:t>
    </dgm:pt>
    <dgm:pt modelId="{69624479-3EF0-4C66-8EB6-42410B2DF8A5}" type="sibTrans" cxnId="{196FC82C-CA1D-4E98-849E-BA8226632F03}">
      <dgm:prSet/>
      <dgm:spPr/>
      <dgm:t>
        <a:bodyPr/>
        <a:lstStyle/>
        <a:p>
          <a:endParaRPr lang="en-US"/>
        </a:p>
      </dgm:t>
    </dgm:pt>
    <dgm:pt modelId="{41D3750E-CBE9-4736-A361-07BB66D2CC9A}">
      <dgm:prSet phldrT="[Text]" custT="1"/>
      <dgm:spPr/>
      <dgm:t>
        <a:bodyPr/>
        <a:lstStyle/>
        <a:p>
          <a:r>
            <a:rPr lang="en-US" sz="1600" b="1">
              <a:latin typeface="Georgia Pro" panose="02040502050405020303" pitchFamily="18" charset="0"/>
              <a:ea typeface="Inter" pitchFamily="34" charset="-122"/>
              <a:cs typeface="Inter" pitchFamily="34" charset="-120"/>
            </a:rPr>
            <a:t>Median</a:t>
          </a:r>
          <a:endParaRPr lang="en-US" sz="1600" dirty="0"/>
        </a:p>
      </dgm:t>
    </dgm:pt>
    <dgm:pt modelId="{78A4FD48-8C40-46A1-98D5-C9D73230E2B5}" type="parTrans" cxnId="{95319D8B-82ED-4CF9-B3DA-421B8E29CAFF}">
      <dgm:prSet/>
      <dgm:spPr/>
      <dgm:t>
        <a:bodyPr/>
        <a:lstStyle/>
        <a:p>
          <a:endParaRPr lang="en-US"/>
        </a:p>
      </dgm:t>
    </dgm:pt>
    <dgm:pt modelId="{52322FAD-2B8F-48D8-B43C-81F42B2E8A42}" type="sibTrans" cxnId="{95319D8B-82ED-4CF9-B3DA-421B8E29CAFF}">
      <dgm:prSet/>
      <dgm:spPr/>
      <dgm:t>
        <a:bodyPr/>
        <a:lstStyle/>
        <a:p>
          <a:endParaRPr lang="en-US"/>
        </a:p>
      </dgm:t>
    </dgm:pt>
    <dgm:pt modelId="{201A32B9-82BD-44CE-86F9-4DD83D9C27CE}">
      <dgm:prSet phldrT="[Text]" custT="1"/>
      <dgm:spPr/>
      <dgm:t>
        <a:bodyPr/>
        <a:lstStyle/>
        <a:p>
          <a:r>
            <a:rPr lang="en-US" sz="1600" b="1">
              <a:latin typeface="Georgia Pro" panose="02040502050405020303" pitchFamily="18" charset="0"/>
              <a:ea typeface="Inter" pitchFamily="34" charset="-122"/>
              <a:cs typeface="Inter" pitchFamily="34" charset="-120"/>
            </a:rPr>
            <a:t>Std Dev</a:t>
          </a:r>
          <a:endParaRPr lang="en-US" sz="1600" dirty="0"/>
        </a:p>
      </dgm:t>
    </dgm:pt>
    <dgm:pt modelId="{D1DB7088-32BB-4D5D-AB6F-F8FC712B82AA}" type="parTrans" cxnId="{F4368923-7D5F-49BC-90F6-11B9AAEB3000}">
      <dgm:prSet/>
      <dgm:spPr/>
      <dgm:t>
        <a:bodyPr/>
        <a:lstStyle/>
        <a:p>
          <a:endParaRPr lang="en-US"/>
        </a:p>
      </dgm:t>
    </dgm:pt>
    <dgm:pt modelId="{9D7C573D-6E33-4335-BC5A-96862D4ED318}" type="sibTrans" cxnId="{F4368923-7D5F-49BC-90F6-11B9AAEB3000}">
      <dgm:prSet/>
      <dgm:spPr/>
      <dgm:t>
        <a:bodyPr/>
        <a:lstStyle/>
        <a:p>
          <a:endParaRPr lang="en-US"/>
        </a:p>
      </dgm:t>
    </dgm:pt>
    <dgm:pt modelId="{6E839BFB-6CA8-4ADB-9CC7-E6BE4D3054E0}">
      <dgm:prSet phldrT="[Text]" phldr="0" custT="1"/>
      <dgm:spPr/>
      <dgm:t>
        <a:bodyPr/>
        <a:lstStyle/>
        <a:p>
          <a:pPr algn="l"/>
          <a:endParaRPr lang="en-US" sz="1200" dirty="0"/>
        </a:p>
      </dgm:t>
    </dgm:pt>
    <dgm:pt modelId="{F2D941E9-6DC4-4A44-BEB7-CCBCF319F0DE}" type="parTrans" cxnId="{8B734E2D-D785-493F-9B48-3C83E823226F}">
      <dgm:prSet/>
      <dgm:spPr/>
      <dgm:t>
        <a:bodyPr/>
        <a:lstStyle/>
        <a:p>
          <a:endParaRPr lang="en-US"/>
        </a:p>
      </dgm:t>
    </dgm:pt>
    <dgm:pt modelId="{229001C2-EDA6-412B-BD6A-D9DA0DEA1D81}" type="sibTrans" cxnId="{8B734E2D-D785-493F-9B48-3C83E823226F}">
      <dgm:prSet/>
      <dgm:spPr/>
      <dgm:t>
        <a:bodyPr/>
        <a:lstStyle/>
        <a:p>
          <a:endParaRPr lang="en-US"/>
        </a:p>
      </dgm:t>
    </dgm:pt>
    <dgm:pt modelId="{2A1D0768-FB3E-4A88-848A-EDF934C05617}">
      <dgm:prSet phldrT="[Text]" phldr="0" custT="1"/>
      <dgm:spPr/>
      <dgm:t>
        <a:bodyPr/>
        <a:lstStyle/>
        <a:p>
          <a:pPr algn="l"/>
          <a:endParaRPr lang="en-US" sz="1200" dirty="0"/>
        </a:p>
      </dgm:t>
    </dgm:pt>
    <dgm:pt modelId="{8868EB48-1C57-4463-9E79-6CE9FB390F2E}" type="parTrans" cxnId="{459F89F3-9B6C-4563-B84E-4972B2F630B7}">
      <dgm:prSet/>
      <dgm:spPr/>
      <dgm:t>
        <a:bodyPr/>
        <a:lstStyle/>
        <a:p>
          <a:endParaRPr lang="en-US"/>
        </a:p>
      </dgm:t>
    </dgm:pt>
    <dgm:pt modelId="{50B31270-BB58-497A-A60C-21CE497828DD}" type="sibTrans" cxnId="{459F89F3-9B6C-4563-B84E-4972B2F630B7}">
      <dgm:prSet/>
      <dgm:spPr/>
      <dgm:t>
        <a:bodyPr/>
        <a:lstStyle/>
        <a:p>
          <a:endParaRPr lang="en-US"/>
        </a:p>
      </dgm:t>
    </dgm:pt>
    <dgm:pt modelId="{EFB84067-25AE-4C51-A710-E3021151D6F4}">
      <dgm:prSet phldrT="[Text]" custT="1"/>
      <dgm:spPr/>
      <dgm:t>
        <a:bodyPr/>
        <a:lstStyle/>
        <a:p>
          <a:r>
            <a:rPr lang="en-US" sz="1600" b="1" dirty="0">
              <a:latin typeface="Georgia Pro" panose="02040502050405020303" pitchFamily="18" charset="0"/>
              <a:ea typeface="Inter" pitchFamily="34" charset="-122"/>
              <a:cs typeface="Inter" pitchFamily="34" charset="-120"/>
            </a:rPr>
            <a:t>Correlation</a:t>
          </a:r>
          <a:endParaRPr lang="en-US" sz="1600" dirty="0"/>
        </a:p>
      </dgm:t>
    </dgm:pt>
    <dgm:pt modelId="{C7D79977-3565-4F1E-BFD0-029E8F9B1494}" type="parTrans" cxnId="{66650F37-8A06-4FD9-BCFF-BDC89749B95F}">
      <dgm:prSet/>
      <dgm:spPr/>
      <dgm:t>
        <a:bodyPr/>
        <a:lstStyle/>
        <a:p>
          <a:endParaRPr lang="en-US"/>
        </a:p>
      </dgm:t>
    </dgm:pt>
    <dgm:pt modelId="{EED73BE9-48A6-49E9-8B20-B722DDC04650}" type="sibTrans" cxnId="{66650F37-8A06-4FD9-BCFF-BDC89749B95F}">
      <dgm:prSet/>
      <dgm:spPr/>
      <dgm:t>
        <a:bodyPr/>
        <a:lstStyle/>
        <a:p>
          <a:endParaRPr lang="en-US"/>
        </a:p>
      </dgm:t>
    </dgm:pt>
    <dgm:pt modelId="{FB7C0AEF-995F-4FAF-A7D3-8B44E06E8EA6}">
      <dgm:prSet phldrT="[Text]" phldr="0" custT="1"/>
      <dgm:spPr/>
      <dgm:t>
        <a:bodyPr/>
        <a:lstStyle/>
        <a:p>
          <a:pPr algn="l"/>
          <a:endParaRPr lang="en-US" sz="1200" dirty="0"/>
        </a:p>
      </dgm:t>
    </dgm:pt>
    <dgm:pt modelId="{C7C2BACF-533D-46C0-A700-18D027FC9971}" type="parTrans" cxnId="{6A0E9DDA-A717-43D2-9FD5-756AF57DD8D8}">
      <dgm:prSet/>
      <dgm:spPr/>
      <dgm:t>
        <a:bodyPr/>
        <a:lstStyle/>
        <a:p>
          <a:endParaRPr lang="en-US"/>
        </a:p>
      </dgm:t>
    </dgm:pt>
    <dgm:pt modelId="{73B8743A-2A1D-43FF-ACBE-B0E6AA1EACC0}" type="sibTrans" cxnId="{6A0E9DDA-A717-43D2-9FD5-756AF57DD8D8}">
      <dgm:prSet/>
      <dgm:spPr/>
      <dgm:t>
        <a:bodyPr/>
        <a:lstStyle/>
        <a:p>
          <a:endParaRPr lang="en-US"/>
        </a:p>
      </dgm:t>
    </dgm:pt>
    <dgm:pt modelId="{C220F5EC-A58C-425D-AC0E-84AE6909FEF9}">
      <dgm:prSet phldrT="[Text]" custT="1"/>
      <dgm:spPr/>
      <dgm:t>
        <a:bodyPr/>
        <a:lstStyle/>
        <a:p>
          <a:r>
            <a:rPr lang="en-US" sz="1600" b="1" dirty="0">
              <a:latin typeface="Georgia Pro" panose="02040502050405020303" pitchFamily="18" charset="0"/>
              <a:ea typeface="Inter" pitchFamily="34" charset="-122"/>
              <a:cs typeface="Inter" pitchFamily="34" charset="-120"/>
            </a:rPr>
            <a:t>Count</a:t>
          </a:r>
          <a:endParaRPr lang="en-US" sz="1600" dirty="0"/>
        </a:p>
      </dgm:t>
    </dgm:pt>
    <dgm:pt modelId="{B17E6001-D8D6-4F40-81CD-FB9FCD4BF189}" type="parTrans" cxnId="{B0731BFC-6ECE-48EE-9936-21388E22340E}">
      <dgm:prSet/>
      <dgm:spPr/>
      <dgm:t>
        <a:bodyPr/>
        <a:lstStyle/>
        <a:p>
          <a:endParaRPr lang="en-US"/>
        </a:p>
      </dgm:t>
    </dgm:pt>
    <dgm:pt modelId="{4D5B9DD0-7325-4A3A-AE18-F33B6F4325FC}" type="sibTrans" cxnId="{B0731BFC-6ECE-48EE-9936-21388E22340E}">
      <dgm:prSet/>
      <dgm:spPr/>
      <dgm:t>
        <a:bodyPr/>
        <a:lstStyle/>
        <a:p>
          <a:endParaRPr lang="en-US"/>
        </a:p>
      </dgm:t>
    </dgm:pt>
    <dgm:pt modelId="{579B983C-5358-40DF-A387-44A3F299D6EC}">
      <dgm:prSet phldrT="[Text]" phldr="0" custT="1"/>
      <dgm:spPr/>
      <dgm:t>
        <a:bodyPr/>
        <a:lstStyle/>
        <a:p>
          <a:pPr algn="l"/>
          <a:endParaRPr lang="en-US" sz="1200" dirty="0"/>
        </a:p>
      </dgm:t>
    </dgm:pt>
    <dgm:pt modelId="{0A44C6EF-E061-4886-ACB3-2CFBF840ABAF}" type="parTrans" cxnId="{B6EB6DF1-53C2-464B-98FB-770591648EEA}">
      <dgm:prSet/>
      <dgm:spPr/>
      <dgm:t>
        <a:bodyPr/>
        <a:lstStyle/>
        <a:p>
          <a:endParaRPr lang="en-US"/>
        </a:p>
      </dgm:t>
    </dgm:pt>
    <dgm:pt modelId="{F2DD9091-EE0C-4F1F-A773-1CE4C79293FB}" type="sibTrans" cxnId="{B6EB6DF1-53C2-464B-98FB-770591648EEA}">
      <dgm:prSet/>
      <dgm:spPr/>
      <dgm:t>
        <a:bodyPr/>
        <a:lstStyle/>
        <a:p>
          <a:endParaRPr lang="en-US"/>
        </a:p>
      </dgm:t>
    </dgm:pt>
    <dgm:pt modelId="{8CCBCA02-5A27-462B-89C8-75533DBCE0E3}">
      <dgm:prSet phldrT="[Text]" custT="1"/>
      <dgm:spPr/>
      <dgm:t>
        <a:bodyPr/>
        <a:lstStyle/>
        <a:p>
          <a:r>
            <a:rPr lang="en-US" sz="1600" b="1" dirty="0">
              <a:latin typeface="Georgia Pro" panose="02040502050405020303" pitchFamily="18" charset="0"/>
              <a:ea typeface="Inter" pitchFamily="34" charset="-122"/>
              <a:cs typeface="Inter" pitchFamily="34" charset="-120"/>
            </a:rPr>
            <a:t>Missing Values</a:t>
          </a:r>
          <a:endParaRPr lang="en-US" sz="1600" dirty="0"/>
        </a:p>
      </dgm:t>
    </dgm:pt>
    <dgm:pt modelId="{A288C2BA-36AD-4AE2-BD18-FEFFC7E691E5}" type="parTrans" cxnId="{2DAFEAAF-BA85-4A17-8A62-1CC32026653E}">
      <dgm:prSet/>
      <dgm:spPr/>
      <dgm:t>
        <a:bodyPr/>
        <a:lstStyle/>
        <a:p>
          <a:endParaRPr lang="en-US"/>
        </a:p>
      </dgm:t>
    </dgm:pt>
    <dgm:pt modelId="{BFB7CEDB-39CB-4D73-AECC-6D02274D236F}" type="sibTrans" cxnId="{2DAFEAAF-BA85-4A17-8A62-1CC32026653E}">
      <dgm:prSet/>
      <dgm:spPr/>
      <dgm:t>
        <a:bodyPr/>
        <a:lstStyle/>
        <a:p>
          <a:endParaRPr lang="en-US"/>
        </a:p>
      </dgm:t>
    </dgm:pt>
    <dgm:pt modelId="{7E9A8BD5-5D89-46B4-9A96-6BC0EC2E75CA}">
      <dgm:prSet phldrT="[Text]" phldr="0" custT="1"/>
      <dgm:spPr/>
      <dgm:t>
        <a:bodyPr/>
        <a:lstStyle/>
        <a:p>
          <a:pPr algn="l"/>
          <a:endParaRPr lang="en-US" sz="1200" dirty="0"/>
        </a:p>
      </dgm:t>
    </dgm:pt>
    <dgm:pt modelId="{06E5B2A1-D100-441C-82F8-F9F7CE97D0B6}" type="parTrans" cxnId="{C3AAE3F2-5ABA-4254-92E8-447B992E2EC3}">
      <dgm:prSet/>
      <dgm:spPr/>
      <dgm:t>
        <a:bodyPr/>
        <a:lstStyle/>
        <a:p>
          <a:endParaRPr lang="en-US"/>
        </a:p>
      </dgm:t>
    </dgm:pt>
    <dgm:pt modelId="{7C023666-467F-4F8E-B26D-D48F8103F37A}" type="sibTrans" cxnId="{C3AAE3F2-5ABA-4254-92E8-447B992E2EC3}">
      <dgm:prSet/>
      <dgm:spPr/>
      <dgm:t>
        <a:bodyPr/>
        <a:lstStyle/>
        <a:p>
          <a:endParaRPr lang="en-US"/>
        </a:p>
      </dgm:t>
    </dgm:pt>
    <dgm:pt modelId="{C667C7D2-A195-4368-B936-C01FA4EE0577}">
      <dgm:prSet phldrT="[Text]" phldr="0" custT="1"/>
      <dgm:spPr/>
      <dgm:t>
        <a:bodyPr/>
        <a:lstStyle/>
        <a:p>
          <a:pPr algn="l"/>
          <a:r>
            <a:rPr lang="en-US" sz="1600" dirty="0">
              <a:latin typeface="Georgia Pro" panose="02040502050405020303" pitchFamily="18" charset="0"/>
              <a:ea typeface="Inter" pitchFamily="34" charset="-122"/>
              <a:cs typeface="Inter" pitchFamily="34" charset="-120"/>
            </a:rPr>
            <a:t>Average numeric value.</a:t>
          </a:r>
          <a:endParaRPr lang="en-US" sz="2400" dirty="0"/>
        </a:p>
      </dgm:t>
    </dgm:pt>
    <dgm:pt modelId="{8749F37F-BA07-478A-AE23-3B356F8CCADB}" type="parTrans" cxnId="{B8E361A9-ABB3-49D9-A83B-91DB29543855}">
      <dgm:prSet/>
      <dgm:spPr/>
    </dgm:pt>
    <dgm:pt modelId="{FFF02767-A77C-4AFB-94A3-373C6F836880}" type="sibTrans" cxnId="{B8E361A9-ABB3-49D9-A83B-91DB29543855}">
      <dgm:prSet/>
      <dgm:spPr/>
    </dgm:pt>
    <dgm:pt modelId="{E2D39950-353B-4958-BD33-2133062E0505}">
      <dgm:prSet phldrT="[Text]" phldr="0" custT="1"/>
      <dgm:spPr/>
      <dgm:t>
        <a:bodyPr/>
        <a:lstStyle/>
        <a:p>
          <a:pPr algn="l"/>
          <a:r>
            <a:rPr lang="en-US" sz="1600" dirty="0">
              <a:latin typeface="Georgia Pro" panose="02040502050405020303" pitchFamily="18" charset="0"/>
              <a:ea typeface="Inter" pitchFamily="34" charset="-122"/>
              <a:cs typeface="Inter" pitchFamily="34" charset="-120"/>
            </a:rPr>
            <a:t>Middle value in a sorted dataset.</a:t>
          </a:r>
          <a:endParaRPr lang="en-US" sz="2400" dirty="0"/>
        </a:p>
      </dgm:t>
    </dgm:pt>
    <dgm:pt modelId="{B7DF1FC7-5C1E-4AC8-9000-EBBD25E43B79}" type="parTrans" cxnId="{C3710371-2F24-4D92-81B2-4CF677AEC8D1}">
      <dgm:prSet/>
      <dgm:spPr/>
    </dgm:pt>
    <dgm:pt modelId="{1E63BDF5-5C29-46B2-B1AC-B3B1580C2F80}" type="sibTrans" cxnId="{C3710371-2F24-4D92-81B2-4CF677AEC8D1}">
      <dgm:prSet/>
      <dgm:spPr/>
    </dgm:pt>
    <dgm:pt modelId="{F05B19B9-D17B-40AA-BA11-87B03E9BB711}">
      <dgm:prSet phldrT="[Text]" phldr="0" custT="1"/>
      <dgm:spPr/>
      <dgm:t>
        <a:bodyPr/>
        <a:lstStyle/>
        <a:p>
          <a:pPr algn="l"/>
          <a:r>
            <a:rPr lang="en-US" sz="1600" dirty="0">
              <a:latin typeface="Georgia Pro" panose="02040502050405020303" pitchFamily="18" charset="0"/>
              <a:ea typeface="Inter" pitchFamily="34" charset="-122"/>
              <a:cs typeface="Inter" pitchFamily="34" charset="-120"/>
            </a:rPr>
            <a:t>Measures the spread of data points from the mean.</a:t>
          </a:r>
          <a:endParaRPr lang="en-US" sz="2400" dirty="0"/>
        </a:p>
      </dgm:t>
    </dgm:pt>
    <dgm:pt modelId="{233ECE8C-2C6F-467B-8AB5-E4DEC255A1D2}" type="parTrans" cxnId="{C209A39B-C4E3-49EA-8910-15A5C965EA88}">
      <dgm:prSet/>
      <dgm:spPr/>
    </dgm:pt>
    <dgm:pt modelId="{AD30BCD9-A9F6-4AED-A5EE-44399A0E6E3B}" type="sibTrans" cxnId="{C209A39B-C4E3-49EA-8910-15A5C965EA88}">
      <dgm:prSet/>
      <dgm:spPr/>
    </dgm:pt>
    <dgm:pt modelId="{F6E27339-6581-400E-902A-8C57C0B08570}">
      <dgm:prSet phldrT="[Text]" phldr="0" custT="1"/>
      <dgm:spPr/>
      <dgm:t>
        <a:bodyPr/>
        <a:lstStyle/>
        <a:p>
          <a:pPr algn="l"/>
          <a:r>
            <a:rPr lang="en-US" sz="1600" dirty="0">
              <a:latin typeface="Georgia Pro" panose="02040502050405020303" pitchFamily="18" charset="0"/>
              <a:ea typeface="Inter" pitchFamily="34" charset="-122"/>
              <a:cs typeface="Inter" pitchFamily="34" charset="-120"/>
            </a:rPr>
            <a:t>Indicates the strength and direction of a relationship between variables.</a:t>
          </a:r>
          <a:endParaRPr lang="en-US" sz="2400" dirty="0"/>
        </a:p>
      </dgm:t>
    </dgm:pt>
    <dgm:pt modelId="{AC2795DC-56F2-4656-ABFE-6AFFE86EDDE4}" type="parTrans" cxnId="{5F190933-5271-47BD-8D2E-21F260B6545F}">
      <dgm:prSet/>
      <dgm:spPr/>
    </dgm:pt>
    <dgm:pt modelId="{76B4BD9C-E34B-4294-85A7-92E70ABF6261}" type="sibTrans" cxnId="{5F190933-5271-47BD-8D2E-21F260B6545F}">
      <dgm:prSet/>
      <dgm:spPr/>
    </dgm:pt>
    <dgm:pt modelId="{88C3F61E-9FBE-4426-B009-3B489A82AFFD}">
      <dgm:prSet phldrT="[Text]" phldr="0" custT="1"/>
      <dgm:spPr/>
      <dgm:t>
        <a:bodyPr/>
        <a:lstStyle/>
        <a:p>
          <a:pPr algn="l"/>
          <a:r>
            <a:rPr lang="en-US" sz="1600" dirty="0">
              <a:latin typeface="Georgia Pro" panose="02040502050405020303" pitchFamily="18" charset="0"/>
              <a:ea typeface="Inter" pitchFamily="34" charset="-122"/>
              <a:cs typeface="Inter" pitchFamily="34" charset="-120"/>
            </a:rPr>
            <a:t>Total number of rows or entries.</a:t>
          </a:r>
          <a:endParaRPr lang="en-US" sz="2400" dirty="0"/>
        </a:p>
      </dgm:t>
    </dgm:pt>
    <dgm:pt modelId="{515CC1C7-9D9C-48B5-9E42-CB3701EA0D02}" type="parTrans" cxnId="{2830BD47-BB98-433B-A885-5A9ABCE24BB8}">
      <dgm:prSet/>
      <dgm:spPr/>
    </dgm:pt>
    <dgm:pt modelId="{A88EC83B-3DF8-4739-9856-17A211A1059D}" type="sibTrans" cxnId="{2830BD47-BB98-433B-A885-5A9ABCE24BB8}">
      <dgm:prSet/>
      <dgm:spPr/>
    </dgm:pt>
    <dgm:pt modelId="{31857188-B6F2-4A5D-8184-56463CF6D45F}">
      <dgm:prSet phldrT="[Text]" phldr="0" custT="1"/>
      <dgm:spPr/>
      <dgm:t>
        <a:bodyPr/>
        <a:lstStyle/>
        <a:p>
          <a:pPr algn="l"/>
          <a:r>
            <a:rPr lang="en-US" sz="1600" dirty="0">
              <a:latin typeface="Georgia Pro" panose="02040502050405020303" pitchFamily="18" charset="0"/>
              <a:ea typeface="Inter" pitchFamily="34" charset="-122"/>
              <a:cs typeface="Inter" pitchFamily="34" charset="-120"/>
            </a:rPr>
            <a:t>Quantifies the absence of data, highlighting potential data quality issues.</a:t>
          </a:r>
          <a:endParaRPr lang="en-US" sz="2400" dirty="0"/>
        </a:p>
      </dgm:t>
    </dgm:pt>
    <dgm:pt modelId="{3B6D6F16-5C92-4115-8B66-AF22E54A3EFB}" type="parTrans" cxnId="{A895440C-7976-4C13-82AF-E2F1A7D3558F}">
      <dgm:prSet/>
      <dgm:spPr/>
    </dgm:pt>
    <dgm:pt modelId="{C23D77FD-5EDD-4364-8D53-7489853CA2F7}" type="sibTrans" cxnId="{A895440C-7976-4C13-82AF-E2F1A7D3558F}">
      <dgm:prSet/>
      <dgm:spPr/>
    </dgm:pt>
    <dgm:pt modelId="{3996A12B-7762-49CD-89A8-9F660B38B9DB}" type="pres">
      <dgm:prSet presAssocID="{B3AFEF69-69F7-458E-B0CF-7F65CFC9650D}" presName="Name0" presStyleCnt="0">
        <dgm:presLayoutVars>
          <dgm:dir/>
          <dgm:animLvl val="lvl"/>
          <dgm:resizeHandles/>
        </dgm:presLayoutVars>
      </dgm:prSet>
      <dgm:spPr/>
    </dgm:pt>
    <dgm:pt modelId="{246FE5FA-20CD-4EC0-A754-4EF7B6D6868D}" type="pres">
      <dgm:prSet presAssocID="{8B3103AD-BAB4-40ED-8E0B-A580A80B2136}" presName="linNode" presStyleCnt="0"/>
      <dgm:spPr/>
    </dgm:pt>
    <dgm:pt modelId="{AACF254B-F7CF-4C54-AC5E-68F627E8B633}" type="pres">
      <dgm:prSet presAssocID="{8B3103AD-BAB4-40ED-8E0B-A580A80B2136}" presName="parentShp" presStyleLbl="node1" presStyleIdx="0" presStyleCnt="6" custScaleX="64621" custScaleY="57087">
        <dgm:presLayoutVars>
          <dgm:bulletEnabled val="1"/>
        </dgm:presLayoutVars>
      </dgm:prSet>
      <dgm:spPr/>
    </dgm:pt>
    <dgm:pt modelId="{A11B1DE4-0E9A-4981-B4E8-E0642201C502}" type="pres">
      <dgm:prSet presAssocID="{8B3103AD-BAB4-40ED-8E0B-A580A80B2136}" presName="childShp" presStyleLbl="bgAccFollowNode1" presStyleIdx="0" presStyleCnt="6" custScaleX="114854" custScaleY="76133">
        <dgm:presLayoutVars>
          <dgm:bulletEnabled val="1"/>
        </dgm:presLayoutVars>
      </dgm:prSet>
      <dgm:spPr/>
    </dgm:pt>
    <dgm:pt modelId="{B24CFF1F-2454-4ECE-9B1D-A2A5E25339A0}" type="pres">
      <dgm:prSet presAssocID="{FDA6EFA1-7A8D-4F5E-B247-62855804E381}" presName="spacing" presStyleCnt="0"/>
      <dgm:spPr/>
    </dgm:pt>
    <dgm:pt modelId="{758D71A1-56C1-4896-ACA3-1D0D5222E0D2}" type="pres">
      <dgm:prSet presAssocID="{41D3750E-CBE9-4736-A361-07BB66D2CC9A}" presName="linNode" presStyleCnt="0"/>
      <dgm:spPr/>
    </dgm:pt>
    <dgm:pt modelId="{F5DE52A2-F69F-410F-BA07-3773F3031226}" type="pres">
      <dgm:prSet presAssocID="{41D3750E-CBE9-4736-A361-07BB66D2CC9A}" presName="parentShp" presStyleLbl="node1" presStyleIdx="1" presStyleCnt="6" custScaleX="64621" custScaleY="57087">
        <dgm:presLayoutVars>
          <dgm:bulletEnabled val="1"/>
        </dgm:presLayoutVars>
      </dgm:prSet>
      <dgm:spPr/>
    </dgm:pt>
    <dgm:pt modelId="{EFFC7709-6981-4D77-B8CF-0764A85B65B8}" type="pres">
      <dgm:prSet presAssocID="{41D3750E-CBE9-4736-A361-07BB66D2CC9A}" presName="childShp" presStyleLbl="bgAccFollowNode1" presStyleIdx="1" presStyleCnt="6" custScaleX="114854" custScaleY="76133">
        <dgm:presLayoutVars>
          <dgm:bulletEnabled val="1"/>
        </dgm:presLayoutVars>
      </dgm:prSet>
      <dgm:spPr/>
    </dgm:pt>
    <dgm:pt modelId="{146874B0-016D-45F5-BFAB-1A44AC8FB1FF}" type="pres">
      <dgm:prSet presAssocID="{52322FAD-2B8F-48D8-B43C-81F42B2E8A42}" presName="spacing" presStyleCnt="0"/>
      <dgm:spPr/>
    </dgm:pt>
    <dgm:pt modelId="{3882159C-1036-42F0-96C0-EE7FC89D8E56}" type="pres">
      <dgm:prSet presAssocID="{201A32B9-82BD-44CE-86F9-4DD83D9C27CE}" presName="linNode" presStyleCnt="0"/>
      <dgm:spPr/>
    </dgm:pt>
    <dgm:pt modelId="{58625A9B-687B-45F4-BEEF-EB658C6ACAA5}" type="pres">
      <dgm:prSet presAssocID="{201A32B9-82BD-44CE-86F9-4DD83D9C27CE}" presName="parentShp" presStyleLbl="node1" presStyleIdx="2" presStyleCnt="6" custScaleX="64621" custScaleY="57087">
        <dgm:presLayoutVars>
          <dgm:bulletEnabled val="1"/>
        </dgm:presLayoutVars>
      </dgm:prSet>
      <dgm:spPr/>
    </dgm:pt>
    <dgm:pt modelId="{BB169871-20B9-4685-B014-FDE1DFB8E87B}" type="pres">
      <dgm:prSet presAssocID="{201A32B9-82BD-44CE-86F9-4DD83D9C27CE}" presName="childShp" presStyleLbl="bgAccFollowNode1" presStyleIdx="2" presStyleCnt="6" custScaleX="114854" custScaleY="76133">
        <dgm:presLayoutVars>
          <dgm:bulletEnabled val="1"/>
        </dgm:presLayoutVars>
      </dgm:prSet>
      <dgm:spPr/>
    </dgm:pt>
    <dgm:pt modelId="{EB43B8D4-59D1-486A-997F-19FE6AF4A462}" type="pres">
      <dgm:prSet presAssocID="{9D7C573D-6E33-4335-BC5A-96862D4ED318}" presName="spacing" presStyleCnt="0"/>
      <dgm:spPr/>
    </dgm:pt>
    <dgm:pt modelId="{722693B8-D28B-4914-9561-C86DFEEB8F8B}" type="pres">
      <dgm:prSet presAssocID="{EFB84067-25AE-4C51-A710-E3021151D6F4}" presName="linNode" presStyleCnt="0"/>
      <dgm:spPr/>
    </dgm:pt>
    <dgm:pt modelId="{956F1F86-D49C-41F3-9DE8-F605A7CFF915}" type="pres">
      <dgm:prSet presAssocID="{EFB84067-25AE-4C51-A710-E3021151D6F4}" presName="parentShp" presStyleLbl="node1" presStyleIdx="3" presStyleCnt="6" custScaleX="64621" custScaleY="57087">
        <dgm:presLayoutVars>
          <dgm:bulletEnabled val="1"/>
        </dgm:presLayoutVars>
      </dgm:prSet>
      <dgm:spPr/>
    </dgm:pt>
    <dgm:pt modelId="{71B0F93F-313B-4B28-B3E6-D6F31181782C}" type="pres">
      <dgm:prSet presAssocID="{EFB84067-25AE-4C51-A710-E3021151D6F4}" presName="childShp" presStyleLbl="bgAccFollowNode1" presStyleIdx="3" presStyleCnt="6" custScaleX="114854" custScaleY="76133">
        <dgm:presLayoutVars>
          <dgm:bulletEnabled val="1"/>
        </dgm:presLayoutVars>
      </dgm:prSet>
      <dgm:spPr/>
    </dgm:pt>
    <dgm:pt modelId="{AF999AFB-6ABB-472A-9D51-F1C0A0A48266}" type="pres">
      <dgm:prSet presAssocID="{EED73BE9-48A6-49E9-8B20-B722DDC04650}" presName="spacing" presStyleCnt="0"/>
      <dgm:spPr/>
    </dgm:pt>
    <dgm:pt modelId="{85E9FA26-344C-48B6-9E24-26001A7CFDD2}" type="pres">
      <dgm:prSet presAssocID="{C220F5EC-A58C-425D-AC0E-84AE6909FEF9}" presName="linNode" presStyleCnt="0"/>
      <dgm:spPr/>
    </dgm:pt>
    <dgm:pt modelId="{5D0F11BD-B889-4611-9DE6-8884C415249E}" type="pres">
      <dgm:prSet presAssocID="{C220F5EC-A58C-425D-AC0E-84AE6909FEF9}" presName="parentShp" presStyleLbl="node1" presStyleIdx="4" presStyleCnt="6" custScaleX="64621" custScaleY="57087">
        <dgm:presLayoutVars>
          <dgm:bulletEnabled val="1"/>
        </dgm:presLayoutVars>
      </dgm:prSet>
      <dgm:spPr/>
    </dgm:pt>
    <dgm:pt modelId="{D6CCF415-1E5A-4A14-AFFC-CC46E92B57A1}" type="pres">
      <dgm:prSet presAssocID="{C220F5EC-A58C-425D-AC0E-84AE6909FEF9}" presName="childShp" presStyleLbl="bgAccFollowNode1" presStyleIdx="4" presStyleCnt="6" custScaleX="114854" custScaleY="76133">
        <dgm:presLayoutVars>
          <dgm:bulletEnabled val="1"/>
        </dgm:presLayoutVars>
      </dgm:prSet>
      <dgm:spPr/>
    </dgm:pt>
    <dgm:pt modelId="{B53E7B46-942C-4691-9990-F09F75B2E528}" type="pres">
      <dgm:prSet presAssocID="{4D5B9DD0-7325-4A3A-AE18-F33B6F4325FC}" presName="spacing" presStyleCnt="0"/>
      <dgm:spPr/>
    </dgm:pt>
    <dgm:pt modelId="{3538C881-2C31-4474-B756-DBA9C981FDF0}" type="pres">
      <dgm:prSet presAssocID="{8CCBCA02-5A27-462B-89C8-75533DBCE0E3}" presName="linNode" presStyleCnt="0"/>
      <dgm:spPr/>
    </dgm:pt>
    <dgm:pt modelId="{F8763316-9331-40ED-93A3-D16E9377411F}" type="pres">
      <dgm:prSet presAssocID="{8CCBCA02-5A27-462B-89C8-75533DBCE0E3}" presName="parentShp" presStyleLbl="node1" presStyleIdx="5" presStyleCnt="6" custScaleX="64621" custScaleY="57087">
        <dgm:presLayoutVars>
          <dgm:bulletEnabled val="1"/>
        </dgm:presLayoutVars>
      </dgm:prSet>
      <dgm:spPr/>
    </dgm:pt>
    <dgm:pt modelId="{3781CA37-BDCC-4F0F-BFC7-4E816CADB921}" type="pres">
      <dgm:prSet presAssocID="{8CCBCA02-5A27-462B-89C8-75533DBCE0E3}" presName="childShp" presStyleLbl="bgAccFollowNode1" presStyleIdx="5" presStyleCnt="6" custScaleX="114854" custScaleY="76133">
        <dgm:presLayoutVars>
          <dgm:bulletEnabled val="1"/>
        </dgm:presLayoutVars>
      </dgm:prSet>
      <dgm:spPr/>
    </dgm:pt>
  </dgm:ptLst>
  <dgm:cxnLst>
    <dgm:cxn modelId="{5CE13F00-4FD5-40C5-AB49-4741C39E8784}" type="presOf" srcId="{8CCBCA02-5A27-462B-89C8-75533DBCE0E3}" destId="{F8763316-9331-40ED-93A3-D16E9377411F}" srcOrd="0" destOrd="0" presId="urn:microsoft.com/office/officeart/2005/8/layout/vList6"/>
    <dgm:cxn modelId="{06C0A600-6532-4C3F-A351-EAFE6DA06A7A}" type="presOf" srcId="{F05B19B9-D17B-40AA-BA11-87B03E9BB711}" destId="{BB169871-20B9-4685-B014-FDE1DFB8E87B}" srcOrd="0" destOrd="1" presId="urn:microsoft.com/office/officeart/2005/8/layout/vList6"/>
    <dgm:cxn modelId="{0D7EE403-8230-441B-8913-B542F07EE208}" type="presOf" srcId="{E2D39950-353B-4958-BD33-2133062E0505}" destId="{EFFC7709-6981-4D77-B8CF-0764A85B65B8}" srcOrd="0" destOrd="1" presId="urn:microsoft.com/office/officeart/2005/8/layout/vList6"/>
    <dgm:cxn modelId="{A895440C-7976-4C13-82AF-E2F1A7D3558F}" srcId="{8CCBCA02-5A27-462B-89C8-75533DBCE0E3}" destId="{31857188-B6F2-4A5D-8184-56463CF6D45F}" srcOrd="1" destOrd="0" parTransId="{3B6D6F16-5C92-4115-8B66-AF22E54A3EFB}" sibTransId="{C23D77FD-5EDD-4364-8D53-7489853CA2F7}"/>
    <dgm:cxn modelId="{A98B600F-7B76-4E48-9F62-0C7C3B7D13A1}" srcId="{B3AFEF69-69F7-458E-B0CF-7F65CFC9650D}" destId="{8B3103AD-BAB4-40ED-8E0B-A580A80B2136}" srcOrd="0" destOrd="0" parTransId="{D17FD67B-6ADE-4AF5-ADCB-C0FBD2E3E414}" sibTransId="{FDA6EFA1-7A8D-4F5E-B247-62855804E381}"/>
    <dgm:cxn modelId="{44AC9210-4B07-4079-87C4-BCD8C0E86034}" type="presOf" srcId="{F6E27339-6581-400E-902A-8C57C0B08570}" destId="{71B0F93F-313B-4B28-B3E6-D6F31181782C}" srcOrd="0" destOrd="1" presId="urn:microsoft.com/office/officeart/2005/8/layout/vList6"/>
    <dgm:cxn modelId="{F4368923-7D5F-49BC-90F6-11B9AAEB3000}" srcId="{B3AFEF69-69F7-458E-B0CF-7F65CFC9650D}" destId="{201A32B9-82BD-44CE-86F9-4DD83D9C27CE}" srcOrd="2" destOrd="0" parTransId="{D1DB7088-32BB-4D5D-AB6F-F8FC712B82AA}" sibTransId="{9D7C573D-6E33-4335-BC5A-96862D4ED318}"/>
    <dgm:cxn modelId="{196FC82C-CA1D-4E98-849E-BA8226632F03}" srcId="{8B3103AD-BAB4-40ED-8E0B-A580A80B2136}" destId="{22204AC2-1886-415C-93FA-806017C2C814}" srcOrd="0" destOrd="0" parTransId="{5DDD7CD4-E6DF-4D34-9439-39EC07172A09}" sibTransId="{69624479-3EF0-4C66-8EB6-42410B2DF8A5}"/>
    <dgm:cxn modelId="{8B734E2D-D785-493F-9B48-3C83E823226F}" srcId="{201A32B9-82BD-44CE-86F9-4DD83D9C27CE}" destId="{6E839BFB-6CA8-4ADB-9CC7-E6BE4D3054E0}" srcOrd="0" destOrd="0" parTransId="{F2D941E9-6DC4-4A44-BEB7-CCBCF319F0DE}" sibTransId="{229001C2-EDA6-412B-BD6A-D9DA0DEA1D81}"/>
    <dgm:cxn modelId="{1F6A152F-5495-4FBB-8C8A-2925E4FEC5E7}" type="presOf" srcId="{7E9A8BD5-5D89-46B4-9A96-6BC0EC2E75CA}" destId="{3781CA37-BDCC-4F0F-BFC7-4E816CADB921}" srcOrd="0" destOrd="0" presId="urn:microsoft.com/office/officeart/2005/8/layout/vList6"/>
    <dgm:cxn modelId="{5F190933-5271-47BD-8D2E-21F260B6545F}" srcId="{EFB84067-25AE-4C51-A710-E3021151D6F4}" destId="{F6E27339-6581-400E-902A-8C57C0B08570}" srcOrd="1" destOrd="0" parTransId="{AC2795DC-56F2-4656-ABFE-6AFFE86EDDE4}" sibTransId="{76B4BD9C-E34B-4294-85A7-92E70ABF6261}"/>
    <dgm:cxn modelId="{66650F37-8A06-4FD9-BCFF-BDC89749B95F}" srcId="{B3AFEF69-69F7-458E-B0CF-7F65CFC9650D}" destId="{EFB84067-25AE-4C51-A710-E3021151D6F4}" srcOrd="3" destOrd="0" parTransId="{C7D79977-3565-4F1E-BFD0-029E8F9B1494}" sibTransId="{EED73BE9-48A6-49E9-8B20-B722DDC04650}"/>
    <dgm:cxn modelId="{4AFDCA44-A22F-4619-AF27-862A95114630}" type="presOf" srcId="{6E839BFB-6CA8-4ADB-9CC7-E6BE4D3054E0}" destId="{BB169871-20B9-4685-B014-FDE1DFB8E87B}" srcOrd="0" destOrd="0" presId="urn:microsoft.com/office/officeart/2005/8/layout/vList6"/>
    <dgm:cxn modelId="{739E6167-7CB0-4201-920A-0832B0DC5F58}" type="presOf" srcId="{31857188-B6F2-4A5D-8184-56463CF6D45F}" destId="{3781CA37-BDCC-4F0F-BFC7-4E816CADB921}" srcOrd="0" destOrd="1" presId="urn:microsoft.com/office/officeart/2005/8/layout/vList6"/>
    <dgm:cxn modelId="{2830BD47-BB98-433B-A885-5A9ABCE24BB8}" srcId="{C220F5EC-A58C-425D-AC0E-84AE6909FEF9}" destId="{88C3F61E-9FBE-4426-B009-3B489A82AFFD}" srcOrd="1" destOrd="0" parTransId="{515CC1C7-9D9C-48B5-9E42-CB3701EA0D02}" sibTransId="{A88EC83B-3DF8-4739-9856-17A211A1059D}"/>
    <dgm:cxn modelId="{C266DF6E-CE8E-4FDF-B5A0-60B3740D4DF0}" type="presOf" srcId="{2A1D0768-FB3E-4A88-848A-EDF934C05617}" destId="{EFFC7709-6981-4D77-B8CF-0764A85B65B8}" srcOrd="0" destOrd="0" presId="urn:microsoft.com/office/officeart/2005/8/layout/vList6"/>
    <dgm:cxn modelId="{C3710371-2F24-4D92-81B2-4CF677AEC8D1}" srcId="{41D3750E-CBE9-4736-A361-07BB66D2CC9A}" destId="{E2D39950-353B-4958-BD33-2133062E0505}" srcOrd="1" destOrd="0" parTransId="{B7DF1FC7-5C1E-4AC8-9000-EBBD25E43B79}" sibTransId="{1E63BDF5-5C29-46B2-B1AC-B3B1580C2F80}"/>
    <dgm:cxn modelId="{BC2F067D-1C66-44CE-A231-DB3950404CFE}" type="presOf" srcId="{C220F5EC-A58C-425D-AC0E-84AE6909FEF9}" destId="{5D0F11BD-B889-4611-9DE6-8884C415249E}" srcOrd="0" destOrd="0" presId="urn:microsoft.com/office/officeart/2005/8/layout/vList6"/>
    <dgm:cxn modelId="{FA590387-1F9A-49CC-8AEE-9F4E0ED9F018}" type="presOf" srcId="{EFB84067-25AE-4C51-A710-E3021151D6F4}" destId="{956F1F86-D49C-41F3-9DE8-F605A7CFF915}" srcOrd="0" destOrd="0" presId="urn:microsoft.com/office/officeart/2005/8/layout/vList6"/>
    <dgm:cxn modelId="{895BB087-1C9B-4175-A8BF-CBD63023132B}" type="presOf" srcId="{FB7C0AEF-995F-4FAF-A7D3-8B44E06E8EA6}" destId="{71B0F93F-313B-4B28-B3E6-D6F31181782C}" srcOrd="0" destOrd="0" presId="urn:microsoft.com/office/officeart/2005/8/layout/vList6"/>
    <dgm:cxn modelId="{95319D8B-82ED-4CF9-B3DA-421B8E29CAFF}" srcId="{B3AFEF69-69F7-458E-B0CF-7F65CFC9650D}" destId="{41D3750E-CBE9-4736-A361-07BB66D2CC9A}" srcOrd="1" destOrd="0" parTransId="{78A4FD48-8C40-46A1-98D5-C9D73230E2B5}" sibTransId="{52322FAD-2B8F-48D8-B43C-81F42B2E8A42}"/>
    <dgm:cxn modelId="{BB4F569A-72A8-49E9-9897-8DA1EF664356}" type="presOf" srcId="{88C3F61E-9FBE-4426-B009-3B489A82AFFD}" destId="{D6CCF415-1E5A-4A14-AFFC-CC46E92B57A1}" srcOrd="0" destOrd="1" presId="urn:microsoft.com/office/officeart/2005/8/layout/vList6"/>
    <dgm:cxn modelId="{C209A39B-C4E3-49EA-8910-15A5C965EA88}" srcId="{201A32B9-82BD-44CE-86F9-4DD83D9C27CE}" destId="{F05B19B9-D17B-40AA-BA11-87B03E9BB711}" srcOrd="1" destOrd="0" parTransId="{233ECE8C-2C6F-467B-8AB5-E4DEC255A1D2}" sibTransId="{AD30BCD9-A9F6-4AED-A5EE-44399A0E6E3B}"/>
    <dgm:cxn modelId="{E6BCA89E-7872-4B7F-B5EB-58A41DA3F692}" type="presOf" srcId="{201A32B9-82BD-44CE-86F9-4DD83D9C27CE}" destId="{58625A9B-687B-45F4-BEEF-EB658C6ACAA5}" srcOrd="0" destOrd="0" presId="urn:microsoft.com/office/officeart/2005/8/layout/vList6"/>
    <dgm:cxn modelId="{B8E361A9-ABB3-49D9-A83B-91DB29543855}" srcId="{8B3103AD-BAB4-40ED-8E0B-A580A80B2136}" destId="{C667C7D2-A195-4368-B936-C01FA4EE0577}" srcOrd="1" destOrd="0" parTransId="{8749F37F-BA07-478A-AE23-3B356F8CCADB}" sibTransId="{FFF02767-A77C-4AFB-94A3-373C6F836880}"/>
    <dgm:cxn modelId="{2DAFEAAF-BA85-4A17-8A62-1CC32026653E}" srcId="{B3AFEF69-69F7-458E-B0CF-7F65CFC9650D}" destId="{8CCBCA02-5A27-462B-89C8-75533DBCE0E3}" srcOrd="5" destOrd="0" parTransId="{A288C2BA-36AD-4AE2-BD18-FEFFC7E691E5}" sibTransId="{BFB7CEDB-39CB-4D73-AECC-6D02274D236F}"/>
    <dgm:cxn modelId="{DE98B0CF-A374-4090-8C29-1758430ECD89}" type="presOf" srcId="{B3AFEF69-69F7-458E-B0CF-7F65CFC9650D}" destId="{3996A12B-7762-49CD-89A8-9F660B38B9DB}" srcOrd="0" destOrd="0" presId="urn:microsoft.com/office/officeart/2005/8/layout/vList6"/>
    <dgm:cxn modelId="{CE26E9D5-35B0-4126-8C20-3F48F417DBEA}" type="presOf" srcId="{22204AC2-1886-415C-93FA-806017C2C814}" destId="{A11B1DE4-0E9A-4981-B4E8-E0642201C502}" srcOrd="0" destOrd="0" presId="urn:microsoft.com/office/officeart/2005/8/layout/vList6"/>
    <dgm:cxn modelId="{6A0E9DDA-A717-43D2-9FD5-756AF57DD8D8}" srcId="{EFB84067-25AE-4C51-A710-E3021151D6F4}" destId="{FB7C0AEF-995F-4FAF-A7D3-8B44E06E8EA6}" srcOrd="0" destOrd="0" parTransId="{C7C2BACF-533D-46C0-A700-18D027FC9971}" sibTransId="{73B8743A-2A1D-43FF-ACBE-B0E6AA1EACC0}"/>
    <dgm:cxn modelId="{8CB4DADE-5A93-42AB-B713-FBEB72AFDC7D}" type="presOf" srcId="{C667C7D2-A195-4368-B936-C01FA4EE0577}" destId="{A11B1DE4-0E9A-4981-B4E8-E0642201C502}" srcOrd="0" destOrd="1" presId="urn:microsoft.com/office/officeart/2005/8/layout/vList6"/>
    <dgm:cxn modelId="{6248D2F0-A569-4299-90E9-B452ED871EB6}" type="presOf" srcId="{8B3103AD-BAB4-40ED-8E0B-A580A80B2136}" destId="{AACF254B-F7CF-4C54-AC5E-68F627E8B633}" srcOrd="0" destOrd="0" presId="urn:microsoft.com/office/officeart/2005/8/layout/vList6"/>
    <dgm:cxn modelId="{B6EB6DF1-53C2-464B-98FB-770591648EEA}" srcId="{C220F5EC-A58C-425D-AC0E-84AE6909FEF9}" destId="{579B983C-5358-40DF-A387-44A3F299D6EC}" srcOrd="0" destOrd="0" parTransId="{0A44C6EF-E061-4886-ACB3-2CFBF840ABAF}" sibTransId="{F2DD9091-EE0C-4F1F-A773-1CE4C79293FB}"/>
    <dgm:cxn modelId="{E6464BF2-8151-4228-BB7D-BDB6DE24DC98}" type="presOf" srcId="{41D3750E-CBE9-4736-A361-07BB66D2CC9A}" destId="{F5DE52A2-F69F-410F-BA07-3773F3031226}" srcOrd="0" destOrd="0" presId="urn:microsoft.com/office/officeart/2005/8/layout/vList6"/>
    <dgm:cxn modelId="{C3AAE3F2-5ABA-4254-92E8-447B992E2EC3}" srcId="{8CCBCA02-5A27-462B-89C8-75533DBCE0E3}" destId="{7E9A8BD5-5D89-46B4-9A96-6BC0EC2E75CA}" srcOrd="0" destOrd="0" parTransId="{06E5B2A1-D100-441C-82F8-F9F7CE97D0B6}" sibTransId="{7C023666-467F-4F8E-B26D-D48F8103F37A}"/>
    <dgm:cxn modelId="{459F89F3-9B6C-4563-B84E-4972B2F630B7}" srcId="{41D3750E-CBE9-4736-A361-07BB66D2CC9A}" destId="{2A1D0768-FB3E-4A88-848A-EDF934C05617}" srcOrd="0" destOrd="0" parTransId="{8868EB48-1C57-4463-9E79-6CE9FB390F2E}" sibTransId="{50B31270-BB58-497A-A60C-21CE497828DD}"/>
    <dgm:cxn modelId="{FB210BF8-769A-4EEF-9020-4A2C0BC39A43}" type="presOf" srcId="{579B983C-5358-40DF-A387-44A3F299D6EC}" destId="{D6CCF415-1E5A-4A14-AFFC-CC46E92B57A1}" srcOrd="0" destOrd="0" presId="urn:microsoft.com/office/officeart/2005/8/layout/vList6"/>
    <dgm:cxn modelId="{B0731BFC-6ECE-48EE-9936-21388E22340E}" srcId="{B3AFEF69-69F7-458E-B0CF-7F65CFC9650D}" destId="{C220F5EC-A58C-425D-AC0E-84AE6909FEF9}" srcOrd="4" destOrd="0" parTransId="{B17E6001-D8D6-4F40-81CD-FB9FCD4BF189}" sibTransId="{4D5B9DD0-7325-4A3A-AE18-F33B6F4325FC}"/>
    <dgm:cxn modelId="{1401E4A4-9DFE-4BFA-92EF-79940D5BE1E2}" type="presParOf" srcId="{3996A12B-7762-49CD-89A8-9F660B38B9DB}" destId="{246FE5FA-20CD-4EC0-A754-4EF7B6D6868D}" srcOrd="0" destOrd="0" presId="urn:microsoft.com/office/officeart/2005/8/layout/vList6"/>
    <dgm:cxn modelId="{036B0859-7F49-4C3C-BD25-989ACF7F54B6}" type="presParOf" srcId="{246FE5FA-20CD-4EC0-A754-4EF7B6D6868D}" destId="{AACF254B-F7CF-4C54-AC5E-68F627E8B633}" srcOrd="0" destOrd="0" presId="urn:microsoft.com/office/officeart/2005/8/layout/vList6"/>
    <dgm:cxn modelId="{E0815ACB-D1F8-445F-A161-188F345A4B38}" type="presParOf" srcId="{246FE5FA-20CD-4EC0-A754-4EF7B6D6868D}" destId="{A11B1DE4-0E9A-4981-B4E8-E0642201C502}" srcOrd="1" destOrd="0" presId="urn:microsoft.com/office/officeart/2005/8/layout/vList6"/>
    <dgm:cxn modelId="{12023DB1-D71E-46B7-9E05-D8FC24437411}" type="presParOf" srcId="{3996A12B-7762-49CD-89A8-9F660B38B9DB}" destId="{B24CFF1F-2454-4ECE-9B1D-A2A5E25339A0}" srcOrd="1" destOrd="0" presId="urn:microsoft.com/office/officeart/2005/8/layout/vList6"/>
    <dgm:cxn modelId="{C88ACE06-FEA6-4551-BA7D-3AC438DA3432}" type="presParOf" srcId="{3996A12B-7762-49CD-89A8-9F660B38B9DB}" destId="{758D71A1-56C1-4896-ACA3-1D0D5222E0D2}" srcOrd="2" destOrd="0" presId="urn:microsoft.com/office/officeart/2005/8/layout/vList6"/>
    <dgm:cxn modelId="{2EDC1E40-25FE-4C10-BD27-7DE40F2685F9}" type="presParOf" srcId="{758D71A1-56C1-4896-ACA3-1D0D5222E0D2}" destId="{F5DE52A2-F69F-410F-BA07-3773F3031226}" srcOrd="0" destOrd="0" presId="urn:microsoft.com/office/officeart/2005/8/layout/vList6"/>
    <dgm:cxn modelId="{1D670D66-F6ED-45CD-B3A1-5D86A53565F4}" type="presParOf" srcId="{758D71A1-56C1-4896-ACA3-1D0D5222E0D2}" destId="{EFFC7709-6981-4D77-B8CF-0764A85B65B8}" srcOrd="1" destOrd="0" presId="urn:microsoft.com/office/officeart/2005/8/layout/vList6"/>
    <dgm:cxn modelId="{B700366A-3B43-4A22-91A6-9139620AECB4}" type="presParOf" srcId="{3996A12B-7762-49CD-89A8-9F660B38B9DB}" destId="{146874B0-016D-45F5-BFAB-1A44AC8FB1FF}" srcOrd="3" destOrd="0" presId="urn:microsoft.com/office/officeart/2005/8/layout/vList6"/>
    <dgm:cxn modelId="{47D26CC3-BD35-4AB4-A19B-F971CA01C795}" type="presParOf" srcId="{3996A12B-7762-49CD-89A8-9F660B38B9DB}" destId="{3882159C-1036-42F0-96C0-EE7FC89D8E56}" srcOrd="4" destOrd="0" presId="urn:microsoft.com/office/officeart/2005/8/layout/vList6"/>
    <dgm:cxn modelId="{C2D4F058-ABA4-4B53-BBE8-A1122CC1502A}" type="presParOf" srcId="{3882159C-1036-42F0-96C0-EE7FC89D8E56}" destId="{58625A9B-687B-45F4-BEEF-EB658C6ACAA5}" srcOrd="0" destOrd="0" presId="urn:microsoft.com/office/officeart/2005/8/layout/vList6"/>
    <dgm:cxn modelId="{4D6F94C0-0E9A-4301-A8E0-10D99949D424}" type="presParOf" srcId="{3882159C-1036-42F0-96C0-EE7FC89D8E56}" destId="{BB169871-20B9-4685-B014-FDE1DFB8E87B}" srcOrd="1" destOrd="0" presId="urn:microsoft.com/office/officeart/2005/8/layout/vList6"/>
    <dgm:cxn modelId="{ACB07556-EC66-4FC2-B711-3AC195EA87CE}" type="presParOf" srcId="{3996A12B-7762-49CD-89A8-9F660B38B9DB}" destId="{EB43B8D4-59D1-486A-997F-19FE6AF4A462}" srcOrd="5" destOrd="0" presId="urn:microsoft.com/office/officeart/2005/8/layout/vList6"/>
    <dgm:cxn modelId="{4FDFA5C5-383C-4761-9BC1-736C91A4581C}" type="presParOf" srcId="{3996A12B-7762-49CD-89A8-9F660B38B9DB}" destId="{722693B8-D28B-4914-9561-C86DFEEB8F8B}" srcOrd="6" destOrd="0" presId="urn:microsoft.com/office/officeart/2005/8/layout/vList6"/>
    <dgm:cxn modelId="{11DA306D-66FC-427D-88E1-78267E20476C}" type="presParOf" srcId="{722693B8-D28B-4914-9561-C86DFEEB8F8B}" destId="{956F1F86-D49C-41F3-9DE8-F605A7CFF915}" srcOrd="0" destOrd="0" presId="urn:microsoft.com/office/officeart/2005/8/layout/vList6"/>
    <dgm:cxn modelId="{D3FCE36C-91D2-44EB-AF2E-4A017C077945}" type="presParOf" srcId="{722693B8-D28B-4914-9561-C86DFEEB8F8B}" destId="{71B0F93F-313B-4B28-B3E6-D6F31181782C}" srcOrd="1" destOrd="0" presId="urn:microsoft.com/office/officeart/2005/8/layout/vList6"/>
    <dgm:cxn modelId="{6823EFA5-39C4-4F29-A144-928D9D691DD9}" type="presParOf" srcId="{3996A12B-7762-49CD-89A8-9F660B38B9DB}" destId="{AF999AFB-6ABB-472A-9D51-F1C0A0A48266}" srcOrd="7" destOrd="0" presId="urn:microsoft.com/office/officeart/2005/8/layout/vList6"/>
    <dgm:cxn modelId="{C1555AD3-ED10-4BA1-96C2-9DAA7A1A40D2}" type="presParOf" srcId="{3996A12B-7762-49CD-89A8-9F660B38B9DB}" destId="{85E9FA26-344C-48B6-9E24-26001A7CFDD2}" srcOrd="8" destOrd="0" presId="urn:microsoft.com/office/officeart/2005/8/layout/vList6"/>
    <dgm:cxn modelId="{F07A470D-00D4-49E1-AD8A-E86FA5F2A48A}" type="presParOf" srcId="{85E9FA26-344C-48B6-9E24-26001A7CFDD2}" destId="{5D0F11BD-B889-4611-9DE6-8884C415249E}" srcOrd="0" destOrd="0" presId="urn:microsoft.com/office/officeart/2005/8/layout/vList6"/>
    <dgm:cxn modelId="{272C555C-081F-4E83-B734-8768284FD0D8}" type="presParOf" srcId="{85E9FA26-344C-48B6-9E24-26001A7CFDD2}" destId="{D6CCF415-1E5A-4A14-AFFC-CC46E92B57A1}" srcOrd="1" destOrd="0" presId="urn:microsoft.com/office/officeart/2005/8/layout/vList6"/>
    <dgm:cxn modelId="{AB11BDA6-F152-428E-8589-3407580B3C41}" type="presParOf" srcId="{3996A12B-7762-49CD-89A8-9F660B38B9DB}" destId="{B53E7B46-942C-4691-9990-F09F75B2E528}" srcOrd="9" destOrd="0" presId="urn:microsoft.com/office/officeart/2005/8/layout/vList6"/>
    <dgm:cxn modelId="{1234F72B-04BC-44D6-BAB1-6E29443DDB0D}" type="presParOf" srcId="{3996A12B-7762-49CD-89A8-9F660B38B9DB}" destId="{3538C881-2C31-4474-B756-DBA9C981FDF0}" srcOrd="10" destOrd="0" presId="urn:microsoft.com/office/officeart/2005/8/layout/vList6"/>
    <dgm:cxn modelId="{DC5BCC75-0AA4-42D1-9B4B-A3252EDF74F3}" type="presParOf" srcId="{3538C881-2C31-4474-B756-DBA9C981FDF0}" destId="{F8763316-9331-40ED-93A3-D16E9377411F}" srcOrd="0" destOrd="0" presId="urn:microsoft.com/office/officeart/2005/8/layout/vList6"/>
    <dgm:cxn modelId="{D9E5335B-2642-4D98-8212-E5B3013D2173}" type="presParOf" srcId="{3538C881-2C31-4474-B756-DBA9C981FDF0}" destId="{3781CA37-BDCC-4F0F-BFC7-4E816CADB921}"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1B1DE4-0E9A-4981-B4E8-E0642201C502}">
      <dsp:nvSpPr>
        <dsp:cNvPr id="0" name=""/>
        <dsp:cNvSpPr/>
      </dsp:nvSpPr>
      <dsp:spPr>
        <a:xfrm>
          <a:off x="2937475" y="709"/>
          <a:ext cx="7110737" cy="813798"/>
        </a:xfrm>
        <a:prstGeom prst="rightArrow">
          <a:avLst>
            <a:gd name="adj1" fmla="val 75000"/>
            <a:gd name="adj2" fmla="val 50000"/>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endParaRPr lang="en-US" sz="1200" kern="1200" dirty="0"/>
        </a:p>
        <a:p>
          <a:pPr marL="171450" lvl="1" indent="-171450" algn="l" defTabSz="711200">
            <a:lnSpc>
              <a:spcPct val="90000"/>
            </a:lnSpc>
            <a:spcBef>
              <a:spcPct val="0"/>
            </a:spcBef>
            <a:spcAft>
              <a:spcPct val="15000"/>
            </a:spcAft>
            <a:buChar char="•"/>
          </a:pPr>
          <a:r>
            <a:rPr lang="en-US" sz="1600" kern="1200" dirty="0">
              <a:latin typeface="Georgia Pro" panose="02040502050405020303" pitchFamily="18" charset="0"/>
              <a:ea typeface="Inter" pitchFamily="34" charset="-122"/>
              <a:cs typeface="Inter" pitchFamily="34" charset="-120"/>
            </a:rPr>
            <a:t>Average numeric value.</a:t>
          </a:r>
          <a:endParaRPr lang="en-US" sz="2400" kern="1200" dirty="0"/>
        </a:p>
      </dsp:txBody>
      <dsp:txXfrm>
        <a:off x="2937475" y="102434"/>
        <a:ext cx="6805563" cy="610348"/>
      </dsp:txXfrm>
    </dsp:sp>
    <dsp:sp modelId="{AACF254B-F7CF-4C54-AC5E-68F627E8B633}">
      <dsp:nvSpPr>
        <dsp:cNvPr id="0" name=""/>
        <dsp:cNvSpPr/>
      </dsp:nvSpPr>
      <dsp:spPr>
        <a:xfrm>
          <a:off x="270303" y="102502"/>
          <a:ext cx="2667171" cy="610212"/>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Georgia Pro" panose="02040502050405020303" pitchFamily="18" charset="0"/>
              <a:ea typeface="Inter" pitchFamily="34" charset="-122"/>
              <a:cs typeface="Inter" pitchFamily="34" charset="-120"/>
            </a:rPr>
            <a:t>Mean</a:t>
          </a:r>
          <a:endParaRPr lang="en-US" sz="1600" kern="1200" dirty="0"/>
        </a:p>
      </dsp:txBody>
      <dsp:txXfrm>
        <a:off x="300091" y="132290"/>
        <a:ext cx="2607595" cy="550636"/>
      </dsp:txXfrm>
    </dsp:sp>
    <dsp:sp modelId="{EFFC7709-6981-4D77-B8CF-0764A85B65B8}">
      <dsp:nvSpPr>
        <dsp:cNvPr id="0" name=""/>
        <dsp:cNvSpPr/>
      </dsp:nvSpPr>
      <dsp:spPr>
        <a:xfrm>
          <a:off x="2937475" y="921399"/>
          <a:ext cx="7110737" cy="813798"/>
        </a:xfrm>
        <a:prstGeom prst="rightArrow">
          <a:avLst>
            <a:gd name="adj1" fmla="val 75000"/>
            <a:gd name="adj2" fmla="val 50000"/>
          </a:avLst>
        </a:prstGeom>
        <a:solidFill>
          <a:schemeClr val="accent5">
            <a:tint val="40000"/>
            <a:alpha val="90000"/>
            <a:hueOff val="-1347952"/>
            <a:satOff val="-4566"/>
            <a:lumOff val="-586"/>
            <a:alphaOff val="0"/>
          </a:schemeClr>
        </a:solidFill>
        <a:ln w="6350" cap="flat" cmpd="sng" algn="ctr">
          <a:solidFill>
            <a:schemeClr val="accent5">
              <a:tint val="40000"/>
              <a:alpha val="90000"/>
              <a:hueOff val="-1347952"/>
              <a:satOff val="-4566"/>
              <a:lumOff val="-586"/>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endParaRPr lang="en-US" sz="1200" kern="1200" dirty="0"/>
        </a:p>
        <a:p>
          <a:pPr marL="171450" lvl="1" indent="-171450" algn="l" defTabSz="711200">
            <a:lnSpc>
              <a:spcPct val="90000"/>
            </a:lnSpc>
            <a:spcBef>
              <a:spcPct val="0"/>
            </a:spcBef>
            <a:spcAft>
              <a:spcPct val="15000"/>
            </a:spcAft>
            <a:buChar char="•"/>
          </a:pPr>
          <a:r>
            <a:rPr lang="en-US" sz="1600" kern="1200" dirty="0">
              <a:latin typeface="Georgia Pro" panose="02040502050405020303" pitchFamily="18" charset="0"/>
              <a:ea typeface="Inter" pitchFamily="34" charset="-122"/>
              <a:cs typeface="Inter" pitchFamily="34" charset="-120"/>
            </a:rPr>
            <a:t>Middle value in a sorted dataset.</a:t>
          </a:r>
          <a:endParaRPr lang="en-US" sz="2400" kern="1200" dirty="0"/>
        </a:p>
      </dsp:txBody>
      <dsp:txXfrm>
        <a:off x="2937475" y="1023124"/>
        <a:ext cx="6805563" cy="610348"/>
      </dsp:txXfrm>
    </dsp:sp>
    <dsp:sp modelId="{F5DE52A2-F69F-410F-BA07-3773F3031226}">
      <dsp:nvSpPr>
        <dsp:cNvPr id="0" name=""/>
        <dsp:cNvSpPr/>
      </dsp:nvSpPr>
      <dsp:spPr>
        <a:xfrm>
          <a:off x="270303" y="1023192"/>
          <a:ext cx="2667171" cy="610212"/>
        </a:xfrm>
        <a:prstGeom prst="roundRect">
          <a:avLst/>
        </a:prstGeom>
        <a:gradFill rotWithShape="0">
          <a:gsLst>
            <a:gs pos="0">
              <a:schemeClr val="accent5">
                <a:hueOff val="-1351709"/>
                <a:satOff val="-3484"/>
                <a:lumOff val="-2353"/>
                <a:alphaOff val="0"/>
                <a:satMod val="103000"/>
                <a:lumMod val="102000"/>
                <a:tint val="94000"/>
              </a:schemeClr>
            </a:gs>
            <a:gs pos="50000">
              <a:schemeClr val="accent5">
                <a:hueOff val="-1351709"/>
                <a:satOff val="-3484"/>
                <a:lumOff val="-2353"/>
                <a:alphaOff val="0"/>
                <a:satMod val="110000"/>
                <a:lumMod val="100000"/>
                <a:shade val="100000"/>
              </a:schemeClr>
            </a:gs>
            <a:gs pos="100000">
              <a:schemeClr val="accent5">
                <a:hueOff val="-1351709"/>
                <a:satOff val="-3484"/>
                <a:lumOff val="-235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1" kern="1200">
              <a:latin typeface="Georgia Pro" panose="02040502050405020303" pitchFamily="18" charset="0"/>
              <a:ea typeface="Inter" pitchFamily="34" charset="-122"/>
              <a:cs typeface="Inter" pitchFamily="34" charset="-120"/>
            </a:rPr>
            <a:t>Median</a:t>
          </a:r>
          <a:endParaRPr lang="en-US" sz="1600" kern="1200" dirty="0"/>
        </a:p>
      </dsp:txBody>
      <dsp:txXfrm>
        <a:off x="300091" y="1052980"/>
        <a:ext cx="2607595" cy="550636"/>
      </dsp:txXfrm>
    </dsp:sp>
    <dsp:sp modelId="{BB169871-20B9-4685-B014-FDE1DFB8E87B}">
      <dsp:nvSpPr>
        <dsp:cNvPr id="0" name=""/>
        <dsp:cNvSpPr/>
      </dsp:nvSpPr>
      <dsp:spPr>
        <a:xfrm>
          <a:off x="2937475" y="1842089"/>
          <a:ext cx="7110737" cy="813798"/>
        </a:xfrm>
        <a:prstGeom prst="rightArrow">
          <a:avLst>
            <a:gd name="adj1" fmla="val 75000"/>
            <a:gd name="adj2" fmla="val 50000"/>
          </a:avLst>
        </a:prstGeom>
        <a:solidFill>
          <a:schemeClr val="accent5">
            <a:tint val="40000"/>
            <a:alpha val="90000"/>
            <a:hueOff val="-2695905"/>
            <a:satOff val="-9133"/>
            <a:lumOff val="-1171"/>
            <a:alphaOff val="0"/>
          </a:schemeClr>
        </a:solidFill>
        <a:ln w="6350" cap="flat" cmpd="sng" algn="ctr">
          <a:solidFill>
            <a:schemeClr val="accent5">
              <a:tint val="40000"/>
              <a:alpha val="90000"/>
              <a:hueOff val="-2695905"/>
              <a:satOff val="-9133"/>
              <a:lumOff val="-117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endParaRPr lang="en-US" sz="1200" kern="1200" dirty="0"/>
        </a:p>
        <a:p>
          <a:pPr marL="171450" lvl="1" indent="-171450" algn="l" defTabSz="711200">
            <a:lnSpc>
              <a:spcPct val="90000"/>
            </a:lnSpc>
            <a:spcBef>
              <a:spcPct val="0"/>
            </a:spcBef>
            <a:spcAft>
              <a:spcPct val="15000"/>
            </a:spcAft>
            <a:buChar char="•"/>
          </a:pPr>
          <a:r>
            <a:rPr lang="en-US" sz="1600" kern="1200" dirty="0">
              <a:latin typeface="Georgia Pro" panose="02040502050405020303" pitchFamily="18" charset="0"/>
              <a:ea typeface="Inter" pitchFamily="34" charset="-122"/>
              <a:cs typeface="Inter" pitchFamily="34" charset="-120"/>
            </a:rPr>
            <a:t>Measures the spread of data points from the mean.</a:t>
          </a:r>
          <a:endParaRPr lang="en-US" sz="2400" kern="1200" dirty="0"/>
        </a:p>
      </dsp:txBody>
      <dsp:txXfrm>
        <a:off x="2937475" y="1943814"/>
        <a:ext cx="6805563" cy="610348"/>
      </dsp:txXfrm>
    </dsp:sp>
    <dsp:sp modelId="{58625A9B-687B-45F4-BEEF-EB658C6ACAA5}">
      <dsp:nvSpPr>
        <dsp:cNvPr id="0" name=""/>
        <dsp:cNvSpPr/>
      </dsp:nvSpPr>
      <dsp:spPr>
        <a:xfrm>
          <a:off x="270303" y="1943882"/>
          <a:ext cx="2667171" cy="610212"/>
        </a:xfrm>
        <a:prstGeom prst="roundRect">
          <a:avLst/>
        </a:prstGeom>
        <a:gradFill rotWithShape="0">
          <a:gsLst>
            <a:gs pos="0">
              <a:schemeClr val="accent5">
                <a:hueOff val="-2703417"/>
                <a:satOff val="-6968"/>
                <a:lumOff val="-4706"/>
                <a:alphaOff val="0"/>
                <a:satMod val="103000"/>
                <a:lumMod val="102000"/>
                <a:tint val="94000"/>
              </a:schemeClr>
            </a:gs>
            <a:gs pos="50000">
              <a:schemeClr val="accent5">
                <a:hueOff val="-2703417"/>
                <a:satOff val="-6968"/>
                <a:lumOff val="-4706"/>
                <a:alphaOff val="0"/>
                <a:satMod val="110000"/>
                <a:lumMod val="100000"/>
                <a:shade val="100000"/>
              </a:schemeClr>
            </a:gs>
            <a:gs pos="100000">
              <a:schemeClr val="accent5">
                <a:hueOff val="-2703417"/>
                <a:satOff val="-6968"/>
                <a:lumOff val="-470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1" kern="1200">
              <a:latin typeface="Georgia Pro" panose="02040502050405020303" pitchFamily="18" charset="0"/>
              <a:ea typeface="Inter" pitchFamily="34" charset="-122"/>
              <a:cs typeface="Inter" pitchFamily="34" charset="-120"/>
            </a:rPr>
            <a:t>Std Dev</a:t>
          </a:r>
          <a:endParaRPr lang="en-US" sz="1600" kern="1200" dirty="0"/>
        </a:p>
      </dsp:txBody>
      <dsp:txXfrm>
        <a:off x="300091" y="1973670"/>
        <a:ext cx="2607595" cy="550636"/>
      </dsp:txXfrm>
    </dsp:sp>
    <dsp:sp modelId="{71B0F93F-313B-4B28-B3E6-D6F31181782C}">
      <dsp:nvSpPr>
        <dsp:cNvPr id="0" name=""/>
        <dsp:cNvSpPr/>
      </dsp:nvSpPr>
      <dsp:spPr>
        <a:xfrm>
          <a:off x="2937475" y="2762779"/>
          <a:ext cx="7110737" cy="813798"/>
        </a:xfrm>
        <a:prstGeom prst="rightArrow">
          <a:avLst>
            <a:gd name="adj1" fmla="val 75000"/>
            <a:gd name="adj2" fmla="val 50000"/>
          </a:avLst>
        </a:prstGeom>
        <a:solidFill>
          <a:schemeClr val="accent5">
            <a:tint val="40000"/>
            <a:alpha val="90000"/>
            <a:hueOff val="-4043857"/>
            <a:satOff val="-13699"/>
            <a:lumOff val="-1757"/>
            <a:alphaOff val="0"/>
          </a:schemeClr>
        </a:solidFill>
        <a:ln w="6350" cap="flat" cmpd="sng" algn="ctr">
          <a:solidFill>
            <a:schemeClr val="accent5">
              <a:tint val="40000"/>
              <a:alpha val="90000"/>
              <a:hueOff val="-4043857"/>
              <a:satOff val="-13699"/>
              <a:lumOff val="-1757"/>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endParaRPr lang="en-US" sz="1200" kern="1200" dirty="0"/>
        </a:p>
        <a:p>
          <a:pPr marL="171450" lvl="1" indent="-171450" algn="l" defTabSz="711200">
            <a:lnSpc>
              <a:spcPct val="90000"/>
            </a:lnSpc>
            <a:spcBef>
              <a:spcPct val="0"/>
            </a:spcBef>
            <a:spcAft>
              <a:spcPct val="15000"/>
            </a:spcAft>
            <a:buChar char="•"/>
          </a:pPr>
          <a:r>
            <a:rPr lang="en-US" sz="1600" kern="1200" dirty="0">
              <a:latin typeface="Georgia Pro" panose="02040502050405020303" pitchFamily="18" charset="0"/>
              <a:ea typeface="Inter" pitchFamily="34" charset="-122"/>
              <a:cs typeface="Inter" pitchFamily="34" charset="-120"/>
            </a:rPr>
            <a:t>Indicates the strength and direction of a relationship between variables.</a:t>
          </a:r>
          <a:endParaRPr lang="en-US" sz="2400" kern="1200" dirty="0"/>
        </a:p>
      </dsp:txBody>
      <dsp:txXfrm>
        <a:off x="2937475" y="2864504"/>
        <a:ext cx="6805563" cy="610348"/>
      </dsp:txXfrm>
    </dsp:sp>
    <dsp:sp modelId="{956F1F86-D49C-41F3-9DE8-F605A7CFF915}">
      <dsp:nvSpPr>
        <dsp:cNvPr id="0" name=""/>
        <dsp:cNvSpPr/>
      </dsp:nvSpPr>
      <dsp:spPr>
        <a:xfrm>
          <a:off x="270303" y="2864572"/>
          <a:ext cx="2667171" cy="610212"/>
        </a:xfrm>
        <a:prstGeom prst="roundRect">
          <a:avLst/>
        </a:prstGeom>
        <a:gradFill rotWithShape="0">
          <a:gsLst>
            <a:gs pos="0">
              <a:schemeClr val="accent5">
                <a:hueOff val="-4055126"/>
                <a:satOff val="-10451"/>
                <a:lumOff val="-7059"/>
                <a:alphaOff val="0"/>
                <a:satMod val="103000"/>
                <a:lumMod val="102000"/>
                <a:tint val="94000"/>
              </a:schemeClr>
            </a:gs>
            <a:gs pos="50000">
              <a:schemeClr val="accent5">
                <a:hueOff val="-4055126"/>
                <a:satOff val="-10451"/>
                <a:lumOff val="-7059"/>
                <a:alphaOff val="0"/>
                <a:satMod val="110000"/>
                <a:lumMod val="100000"/>
                <a:shade val="100000"/>
              </a:schemeClr>
            </a:gs>
            <a:gs pos="100000">
              <a:schemeClr val="accent5">
                <a:hueOff val="-4055126"/>
                <a:satOff val="-10451"/>
                <a:lumOff val="-705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Georgia Pro" panose="02040502050405020303" pitchFamily="18" charset="0"/>
              <a:ea typeface="Inter" pitchFamily="34" charset="-122"/>
              <a:cs typeface="Inter" pitchFamily="34" charset="-120"/>
            </a:rPr>
            <a:t>Correlation</a:t>
          </a:r>
          <a:endParaRPr lang="en-US" sz="1600" kern="1200" dirty="0"/>
        </a:p>
      </dsp:txBody>
      <dsp:txXfrm>
        <a:off x="300091" y="2894360"/>
        <a:ext cx="2607595" cy="550636"/>
      </dsp:txXfrm>
    </dsp:sp>
    <dsp:sp modelId="{D6CCF415-1E5A-4A14-AFFC-CC46E92B57A1}">
      <dsp:nvSpPr>
        <dsp:cNvPr id="0" name=""/>
        <dsp:cNvSpPr/>
      </dsp:nvSpPr>
      <dsp:spPr>
        <a:xfrm>
          <a:off x="2937475" y="3683469"/>
          <a:ext cx="7110737" cy="813798"/>
        </a:xfrm>
        <a:prstGeom prst="rightArrow">
          <a:avLst>
            <a:gd name="adj1" fmla="val 75000"/>
            <a:gd name="adj2" fmla="val 50000"/>
          </a:avLst>
        </a:prstGeom>
        <a:solidFill>
          <a:schemeClr val="accent5">
            <a:tint val="40000"/>
            <a:alpha val="90000"/>
            <a:hueOff val="-5391810"/>
            <a:satOff val="-18266"/>
            <a:lumOff val="-2342"/>
            <a:alphaOff val="0"/>
          </a:schemeClr>
        </a:solidFill>
        <a:ln w="6350" cap="flat" cmpd="sng" algn="ctr">
          <a:solidFill>
            <a:schemeClr val="accent5">
              <a:tint val="40000"/>
              <a:alpha val="90000"/>
              <a:hueOff val="-5391810"/>
              <a:satOff val="-18266"/>
              <a:lumOff val="-2342"/>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endParaRPr lang="en-US" sz="1200" kern="1200" dirty="0"/>
        </a:p>
        <a:p>
          <a:pPr marL="171450" lvl="1" indent="-171450" algn="l" defTabSz="711200">
            <a:lnSpc>
              <a:spcPct val="90000"/>
            </a:lnSpc>
            <a:spcBef>
              <a:spcPct val="0"/>
            </a:spcBef>
            <a:spcAft>
              <a:spcPct val="15000"/>
            </a:spcAft>
            <a:buChar char="•"/>
          </a:pPr>
          <a:r>
            <a:rPr lang="en-US" sz="1600" kern="1200" dirty="0">
              <a:latin typeface="Georgia Pro" panose="02040502050405020303" pitchFamily="18" charset="0"/>
              <a:ea typeface="Inter" pitchFamily="34" charset="-122"/>
              <a:cs typeface="Inter" pitchFamily="34" charset="-120"/>
            </a:rPr>
            <a:t>Total number of rows or entries.</a:t>
          </a:r>
          <a:endParaRPr lang="en-US" sz="2400" kern="1200" dirty="0"/>
        </a:p>
      </dsp:txBody>
      <dsp:txXfrm>
        <a:off x="2937475" y="3785194"/>
        <a:ext cx="6805563" cy="610348"/>
      </dsp:txXfrm>
    </dsp:sp>
    <dsp:sp modelId="{5D0F11BD-B889-4611-9DE6-8884C415249E}">
      <dsp:nvSpPr>
        <dsp:cNvPr id="0" name=""/>
        <dsp:cNvSpPr/>
      </dsp:nvSpPr>
      <dsp:spPr>
        <a:xfrm>
          <a:off x="270303" y="3785262"/>
          <a:ext cx="2667171" cy="610212"/>
        </a:xfrm>
        <a:prstGeom prst="roundRect">
          <a:avLst/>
        </a:prstGeom>
        <a:gradFill rotWithShape="0">
          <a:gsLst>
            <a:gs pos="0">
              <a:schemeClr val="accent5">
                <a:hueOff val="-5406834"/>
                <a:satOff val="-13935"/>
                <a:lumOff val="-9412"/>
                <a:alphaOff val="0"/>
                <a:satMod val="103000"/>
                <a:lumMod val="102000"/>
                <a:tint val="94000"/>
              </a:schemeClr>
            </a:gs>
            <a:gs pos="50000">
              <a:schemeClr val="accent5">
                <a:hueOff val="-5406834"/>
                <a:satOff val="-13935"/>
                <a:lumOff val="-9412"/>
                <a:alphaOff val="0"/>
                <a:satMod val="110000"/>
                <a:lumMod val="100000"/>
                <a:shade val="100000"/>
              </a:schemeClr>
            </a:gs>
            <a:gs pos="100000">
              <a:schemeClr val="accent5">
                <a:hueOff val="-5406834"/>
                <a:satOff val="-13935"/>
                <a:lumOff val="-941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Georgia Pro" panose="02040502050405020303" pitchFamily="18" charset="0"/>
              <a:ea typeface="Inter" pitchFamily="34" charset="-122"/>
              <a:cs typeface="Inter" pitchFamily="34" charset="-120"/>
            </a:rPr>
            <a:t>Count</a:t>
          </a:r>
          <a:endParaRPr lang="en-US" sz="1600" kern="1200" dirty="0"/>
        </a:p>
      </dsp:txBody>
      <dsp:txXfrm>
        <a:off x="300091" y="3815050"/>
        <a:ext cx="2607595" cy="550636"/>
      </dsp:txXfrm>
    </dsp:sp>
    <dsp:sp modelId="{3781CA37-BDCC-4F0F-BFC7-4E816CADB921}">
      <dsp:nvSpPr>
        <dsp:cNvPr id="0" name=""/>
        <dsp:cNvSpPr/>
      </dsp:nvSpPr>
      <dsp:spPr>
        <a:xfrm>
          <a:off x="2937475" y="4604159"/>
          <a:ext cx="7110737" cy="813798"/>
        </a:xfrm>
        <a:prstGeom prst="rightArrow">
          <a:avLst>
            <a:gd name="adj1" fmla="val 75000"/>
            <a:gd name="adj2" fmla="val 50000"/>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endParaRPr lang="en-US" sz="1200" kern="1200" dirty="0"/>
        </a:p>
        <a:p>
          <a:pPr marL="171450" lvl="1" indent="-171450" algn="l" defTabSz="711200">
            <a:lnSpc>
              <a:spcPct val="90000"/>
            </a:lnSpc>
            <a:spcBef>
              <a:spcPct val="0"/>
            </a:spcBef>
            <a:spcAft>
              <a:spcPct val="15000"/>
            </a:spcAft>
            <a:buChar char="•"/>
          </a:pPr>
          <a:r>
            <a:rPr lang="en-US" sz="1600" kern="1200" dirty="0">
              <a:latin typeface="Georgia Pro" panose="02040502050405020303" pitchFamily="18" charset="0"/>
              <a:ea typeface="Inter" pitchFamily="34" charset="-122"/>
              <a:cs typeface="Inter" pitchFamily="34" charset="-120"/>
            </a:rPr>
            <a:t>Quantifies the absence of data, highlighting potential data quality issues.</a:t>
          </a:r>
          <a:endParaRPr lang="en-US" sz="2400" kern="1200" dirty="0"/>
        </a:p>
      </dsp:txBody>
      <dsp:txXfrm>
        <a:off x="2937475" y="4705884"/>
        <a:ext cx="6805563" cy="610348"/>
      </dsp:txXfrm>
    </dsp:sp>
    <dsp:sp modelId="{F8763316-9331-40ED-93A3-D16E9377411F}">
      <dsp:nvSpPr>
        <dsp:cNvPr id="0" name=""/>
        <dsp:cNvSpPr/>
      </dsp:nvSpPr>
      <dsp:spPr>
        <a:xfrm>
          <a:off x="270303" y="4705952"/>
          <a:ext cx="2667171" cy="610212"/>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Georgia Pro" panose="02040502050405020303" pitchFamily="18" charset="0"/>
              <a:ea typeface="Inter" pitchFamily="34" charset="-122"/>
              <a:cs typeface="Inter" pitchFamily="34" charset="-120"/>
            </a:rPr>
            <a:t>Missing Values</a:t>
          </a:r>
          <a:endParaRPr lang="en-US" sz="1600" kern="1200" dirty="0"/>
        </a:p>
      </dsp:txBody>
      <dsp:txXfrm>
        <a:off x="300091" y="4735740"/>
        <a:ext cx="2607595" cy="550636"/>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9C323D6-42DB-8002-E71F-FCE96E26DC6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F4855DD-29F2-5DE6-BE50-C7531A15EC5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5309E3-E5A2-4874-83D4-9101A714F99B}" type="datetimeFigureOut">
              <a:rPr lang="en-US" smtClean="0"/>
              <a:t>11/23/2025</a:t>
            </a:fld>
            <a:endParaRPr lang="en-US"/>
          </a:p>
        </p:txBody>
      </p:sp>
      <p:sp>
        <p:nvSpPr>
          <p:cNvPr id="4" name="Footer Placeholder 3">
            <a:extLst>
              <a:ext uri="{FF2B5EF4-FFF2-40B4-BE49-F238E27FC236}">
                <a16:creationId xmlns:a16="http://schemas.microsoft.com/office/drawing/2014/main" id="{E762AD96-D48D-84E3-A462-5E921AD2C9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4C2C890-4AC0-0A58-C6B9-E41309E8F1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23991B-0E5B-4364-8809-72B3CB8F6EC1}" type="slidenum">
              <a:rPr lang="en-US" smtClean="0"/>
              <a:t>‹#›</a:t>
            </a:fld>
            <a:endParaRPr lang="en-US"/>
          </a:p>
        </p:txBody>
      </p:sp>
    </p:spTree>
    <p:extLst>
      <p:ext uri="{BB962C8B-B14F-4D97-AF65-F5344CB8AC3E}">
        <p14:creationId xmlns:p14="http://schemas.microsoft.com/office/powerpoint/2010/main" val="2022024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imes New Roman" panose="02020603050405020304" pitchFamily="18" charset="0"/>
              </a:defRPr>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imes New Roman" panose="02020603050405020304" pitchFamily="18" charset="0"/>
              </a:defRPr>
            </a:lvl1pPr>
          </a:lstStyle>
          <a:p>
            <a:fld id="{943C3191-5DB1-4EF4-B1A3-058AEA8A60EE}" type="datetimeFigureOut">
              <a:rPr lang="en-IN" smtClean="0"/>
              <a:pPr/>
              <a:t>22-11-2025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imes New Roman" panose="02020603050405020304" pitchFamily="18" charset="0"/>
              </a:defRPr>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imes New Roman" panose="02020603050405020304" pitchFamily="18" charset="0"/>
              </a:defRPr>
            </a:lvl1pPr>
          </a:lstStyle>
          <a:p>
            <a:fld id="{1DAF823C-8BC0-4149-926D-35E07634A5BD}" type="slidenum">
              <a:rPr lang="en-IN" smtClean="0"/>
              <a:pPr/>
              <a:t>‹#›</a:t>
            </a:fld>
            <a:endParaRPr lang="en-IN" dirty="0"/>
          </a:p>
        </p:txBody>
      </p:sp>
    </p:spTree>
    <p:extLst>
      <p:ext uri="{BB962C8B-B14F-4D97-AF65-F5344CB8AC3E}">
        <p14:creationId xmlns:p14="http://schemas.microsoft.com/office/powerpoint/2010/main" val="4243510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pitchFamily="18"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50924-368A-6349-2454-0DD53BB5D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1EBA46-57D7-9A1D-29FF-C8B6A5CAB45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50849B2-6D9A-DD9D-1FBE-82721C2166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EC1E5D-46BA-D91B-36F3-7C3C255F94C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869146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72525"/>
                </a:solidFill>
                <a:latin typeface="Georgia Pro" panose="02040502050405020303" pitchFamily="18" charset="0"/>
                <a:ea typeface="Inter" pitchFamily="34" charset="-122"/>
                <a:cs typeface="Times New Roman" panose="02020603050405020304" pitchFamily="18" charset="0"/>
              </a:rPr>
              <a:t>These improvements ensure that our </a:t>
            </a:r>
            <a:r>
              <a:rPr lang="en-US" sz="1200" dirty="0" err="1">
                <a:solidFill>
                  <a:srgbClr val="272525"/>
                </a:solidFill>
                <a:latin typeface="Georgia Pro" panose="02040502050405020303" pitchFamily="18" charset="0"/>
                <a:ea typeface="Inter" pitchFamily="34" charset="-122"/>
                <a:cs typeface="Times New Roman" panose="02020603050405020304" pitchFamily="18" charset="0"/>
              </a:rPr>
              <a:t>visualisation</a:t>
            </a:r>
            <a:r>
              <a:rPr lang="en-US" sz="1200" dirty="0">
                <a:solidFill>
                  <a:srgbClr val="272525"/>
                </a:solidFill>
                <a:latin typeface="Georgia Pro" panose="02040502050405020303" pitchFamily="18" charset="0"/>
                <a:ea typeface="Inter" pitchFamily="34" charset="-122"/>
                <a:cs typeface="Times New Roman" panose="02020603050405020304" pitchFamily="18" charset="0"/>
              </a:rPr>
              <a:t> tools are more reliable, efficient, and user-friendly, supporting better data-driven decisions.</a:t>
            </a:r>
            <a:endParaRPr lang="en-US" sz="1200" dirty="0">
              <a:latin typeface="Georgia Pro" panose="02040502050405020303"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3EC49-282C-C13F-86E4-FF3F600201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72BE3A-431D-9EBB-199F-75455CF4B27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C282CE-B75C-0375-DD97-35E8454BC6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9247E9-65C1-1E19-39B0-EE95CF26BB2B}"/>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7051602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1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txBody>
          <a:bodyPr/>
          <a:lstStyle/>
          <a:p>
            <a:endParaRPr lang="en-US"/>
          </a:p>
        </p:txBody>
      </p:sp>
      <p:sp>
        <p:nvSpPr>
          <p:cNvPr id="3" name="Shape 1"/>
          <p:cNvSpPr/>
          <p:nvPr/>
        </p:nvSpPr>
        <p:spPr>
          <a:xfrm>
            <a:off x="0" y="0"/>
            <a:ext cx="12192000" cy="6858000"/>
          </a:xfrm>
          <a:prstGeom prst="rect">
            <a:avLst/>
          </a:prstGeom>
          <a:solidFill>
            <a:srgbClr val="FFFFFF"/>
          </a:solidFill>
          <a:ln/>
        </p:spPr>
        <p:txBody>
          <a:bodyPr/>
          <a:lstStyle/>
          <a:p>
            <a:endParaRPr lang="en-US"/>
          </a:p>
        </p:txBody>
      </p:sp>
      <p:sp>
        <p:nvSpPr>
          <p:cNvPr id="4" name="Title 3">
            <a:extLst>
              <a:ext uri="{FF2B5EF4-FFF2-40B4-BE49-F238E27FC236}">
                <a16:creationId xmlns:a16="http://schemas.microsoft.com/office/drawing/2014/main" id="{63662CC6-B84E-6584-7673-96F0B62F2FDF}"/>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89660C6A-1D2D-FB03-2E82-58A0DE935A2A}"/>
              </a:ext>
            </a:extLst>
          </p:cNvPr>
          <p:cNvSpPr>
            <a:spLocks noGrp="1"/>
          </p:cNvSpPr>
          <p:nvPr>
            <p:ph type="ftr" sz="quarter" idx="10"/>
          </p:nvPr>
        </p:nvSpPr>
        <p:spPr/>
        <p:txBody>
          <a:bodyPr/>
          <a:lstStyle/>
          <a:p>
            <a:endParaRPr lang="en-US"/>
          </a:p>
        </p:txBody>
      </p:sp>
      <p:sp>
        <p:nvSpPr>
          <p:cNvPr id="6" name="Slide Number Placeholder 5">
            <a:extLst>
              <a:ext uri="{FF2B5EF4-FFF2-40B4-BE49-F238E27FC236}">
                <a16:creationId xmlns:a16="http://schemas.microsoft.com/office/drawing/2014/main" id="{2F3A6B2C-88C2-A6E3-FE19-A07A4F6DD368}"/>
              </a:ext>
            </a:extLst>
          </p:cNvPr>
          <p:cNvSpPr>
            <a:spLocks noGrp="1"/>
          </p:cNvSpPr>
          <p:nvPr>
            <p:ph type="sldNum" sz="quarter" idx="11"/>
          </p:nvPr>
        </p:nvSpPr>
        <p:spPr/>
        <p:txBody>
          <a:bodyPr/>
          <a:lstStyle/>
          <a:p>
            <a:fld id="{AF0DB371-22FE-4529-B1E6-42D389836D8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 8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txBody>
          <a:bodyPr/>
          <a:lstStyle/>
          <a:p>
            <a:endParaRPr lang="en-IN"/>
          </a:p>
        </p:txBody>
      </p:sp>
      <p:sp>
        <p:nvSpPr>
          <p:cNvPr id="3" name="Shape 1"/>
          <p:cNvSpPr/>
          <p:nvPr/>
        </p:nvSpPr>
        <p:spPr>
          <a:xfrm>
            <a:off x="0" y="0"/>
            <a:ext cx="12192000" cy="6858000"/>
          </a:xfrm>
          <a:prstGeom prst="rect">
            <a:avLst/>
          </a:prstGeom>
          <a:solidFill>
            <a:srgbClr val="FFFFFF"/>
          </a:solidFill>
          <a:ln/>
        </p:spPr>
        <p:txBody>
          <a:bodyPr/>
          <a:lstStyle/>
          <a:p>
            <a:endParaRPr lang="en-IN"/>
          </a:p>
        </p:txBody>
      </p:sp>
      <p:sp>
        <p:nvSpPr>
          <p:cNvPr id="4" name="Title 3">
            <a:extLst>
              <a:ext uri="{FF2B5EF4-FFF2-40B4-BE49-F238E27FC236}">
                <a16:creationId xmlns:a16="http://schemas.microsoft.com/office/drawing/2014/main" id="{CACE4F62-5345-F112-B6CF-AF6F42BD344E}"/>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5B202AF4-6625-94D7-F67B-255962A97FB2}"/>
              </a:ext>
            </a:extLst>
          </p:cNvPr>
          <p:cNvSpPr>
            <a:spLocks noGrp="1"/>
          </p:cNvSpPr>
          <p:nvPr>
            <p:ph type="ftr" sz="quarter" idx="10"/>
          </p:nvPr>
        </p:nvSpPr>
        <p:spPr/>
        <p:txBody>
          <a:bodyPr/>
          <a:lstStyle/>
          <a:p>
            <a:endParaRPr lang="en-US"/>
          </a:p>
        </p:txBody>
      </p:sp>
      <p:sp>
        <p:nvSpPr>
          <p:cNvPr id="6" name="Slide Number Placeholder 5">
            <a:extLst>
              <a:ext uri="{FF2B5EF4-FFF2-40B4-BE49-F238E27FC236}">
                <a16:creationId xmlns:a16="http://schemas.microsoft.com/office/drawing/2014/main" id="{CC9563D2-1584-2C36-4856-8409C21C6104}"/>
              </a:ext>
            </a:extLst>
          </p:cNvPr>
          <p:cNvSpPr>
            <a:spLocks noGrp="1"/>
          </p:cNvSpPr>
          <p:nvPr>
            <p:ph type="sldNum" sz="quarter" idx="11"/>
          </p:nvPr>
        </p:nvSpPr>
        <p:spPr/>
        <p:txBody>
          <a:bodyPr/>
          <a:lstStyle/>
          <a:p>
            <a:fld id="{AF0DB371-22FE-4529-B1E6-42D389836D8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7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txBody>
          <a:bodyPr/>
          <a:lstStyle/>
          <a:p>
            <a:endParaRPr lang="en-IN"/>
          </a:p>
        </p:txBody>
      </p:sp>
      <p:sp>
        <p:nvSpPr>
          <p:cNvPr id="3" name="Shape 1"/>
          <p:cNvSpPr/>
          <p:nvPr/>
        </p:nvSpPr>
        <p:spPr>
          <a:xfrm>
            <a:off x="0" y="0"/>
            <a:ext cx="12192000" cy="6858000"/>
          </a:xfrm>
          <a:prstGeom prst="rect">
            <a:avLst/>
          </a:prstGeom>
          <a:solidFill>
            <a:srgbClr val="FFFFFF"/>
          </a:solidFill>
          <a:ln/>
        </p:spPr>
        <p:txBody>
          <a:bodyPr/>
          <a:lstStyle/>
          <a:p>
            <a:endParaRPr lang="en-IN"/>
          </a:p>
        </p:txBody>
      </p:sp>
      <p:sp>
        <p:nvSpPr>
          <p:cNvPr id="4" name="Title 3">
            <a:extLst>
              <a:ext uri="{FF2B5EF4-FFF2-40B4-BE49-F238E27FC236}">
                <a16:creationId xmlns:a16="http://schemas.microsoft.com/office/drawing/2014/main" id="{04A00DFC-9269-556D-256D-2318EFC9FB21}"/>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ADE6465D-619E-CDE0-3E0E-1697A09A1392}"/>
              </a:ext>
            </a:extLst>
          </p:cNvPr>
          <p:cNvSpPr>
            <a:spLocks noGrp="1"/>
          </p:cNvSpPr>
          <p:nvPr>
            <p:ph type="ftr" sz="quarter" idx="10"/>
          </p:nvPr>
        </p:nvSpPr>
        <p:spPr/>
        <p:txBody>
          <a:bodyPr/>
          <a:lstStyle/>
          <a:p>
            <a:endParaRPr lang="en-US"/>
          </a:p>
        </p:txBody>
      </p:sp>
      <p:sp>
        <p:nvSpPr>
          <p:cNvPr id="6" name="Slide Number Placeholder 5">
            <a:extLst>
              <a:ext uri="{FF2B5EF4-FFF2-40B4-BE49-F238E27FC236}">
                <a16:creationId xmlns:a16="http://schemas.microsoft.com/office/drawing/2014/main" id="{0031831F-143C-275C-5D3E-C720FFE962DA}"/>
              </a:ext>
            </a:extLst>
          </p:cNvPr>
          <p:cNvSpPr>
            <a:spLocks noGrp="1"/>
          </p:cNvSpPr>
          <p:nvPr>
            <p:ph type="sldNum" sz="quarter" idx="11"/>
          </p:nvPr>
        </p:nvSpPr>
        <p:spPr/>
        <p:txBody>
          <a:bodyPr/>
          <a:lstStyle/>
          <a:p>
            <a:fld id="{AF0DB371-22FE-4529-B1E6-42D389836D8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6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txBody>
          <a:bodyPr/>
          <a:lstStyle/>
          <a:p>
            <a:endParaRPr lang="en-IN"/>
          </a:p>
        </p:txBody>
      </p:sp>
      <p:sp>
        <p:nvSpPr>
          <p:cNvPr id="3" name="Shape 1"/>
          <p:cNvSpPr/>
          <p:nvPr/>
        </p:nvSpPr>
        <p:spPr>
          <a:xfrm>
            <a:off x="0" y="0"/>
            <a:ext cx="12192000" cy="6858000"/>
          </a:xfrm>
          <a:prstGeom prst="rect">
            <a:avLst/>
          </a:prstGeom>
          <a:solidFill>
            <a:srgbClr val="FFFFFF"/>
          </a:solidFill>
          <a:ln/>
        </p:spPr>
        <p:txBody>
          <a:bodyPr/>
          <a:lstStyle/>
          <a:p>
            <a:endParaRPr lang="en-IN"/>
          </a:p>
        </p:txBody>
      </p:sp>
      <p:sp>
        <p:nvSpPr>
          <p:cNvPr id="4" name="Title 3">
            <a:extLst>
              <a:ext uri="{FF2B5EF4-FFF2-40B4-BE49-F238E27FC236}">
                <a16:creationId xmlns:a16="http://schemas.microsoft.com/office/drawing/2014/main" id="{E7618E94-21A6-2181-2148-D2F236F0AA70}"/>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F4CF6480-EA35-D401-782A-9505678363B4}"/>
              </a:ext>
            </a:extLst>
          </p:cNvPr>
          <p:cNvSpPr>
            <a:spLocks noGrp="1"/>
          </p:cNvSpPr>
          <p:nvPr>
            <p:ph type="ftr" sz="quarter" idx="10"/>
          </p:nvPr>
        </p:nvSpPr>
        <p:spPr/>
        <p:txBody>
          <a:bodyPr/>
          <a:lstStyle/>
          <a:p>
            <a:endParaRPr lang="en-US"/>
          </a:p>
        </p:txBody>
      </p:sp>
      <p:sp>
        <p:nvSpPr>
          <p:cNvPr id="6" name="Slide Number Placeholder 5">
            <a:extLst>
              <a:ext uri="{FF2B5EF4-FFF2-40B4-BE49-F238E27FC236}">
                <a16:creationId xmlns:a16="http://schemas.microsoft.com/office/drawing/2014/main" id="{29C17383-9C96-4655-CA22-EE50F94979B0}"/>
              </a:ext>
            </a:extLst>
          </p:cNvPr>
          <p:cNvSpPr>
            <a:spLocks noGrp="1"/>
          </p:cNvSpPr>
          <p:nvPr>
            <p:ph type="sldNum" sz="quarter" idx="11"/>
          </p:nvPr>
        </p:nvSpPr>
        <p:spPr/>
        <p:txBody>
          <a:bodyPr/>
          <a:lstStyle/>
          <a:p>
            <a:fld id="{AF0DB371-22FE-4529-B1E6-42D389836D8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5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txBody>
          <a:bodyPr/>
          <a:lstStyle/>
          <a:p>
            <a:endParaRPr lang="en-IN"/>
          </a:p>
        </p:txBody>
      </p:sp>
      <p:sp>
        <p:nvSpPr>
          <p:cNvPr id="3" name="Shape 1"/>
          <p:cNvSpPr/>
          <p:nvPr/>
        </p:nvSpPr>
        <p:spPr>
          <a:xfrm>
            <a:off x="0" y="0"/>
            <a:ext cx="12192000" cy="6858000"/>
          </a:xfrm>
          <a:prstGeom prst="rect">
            <a:avLst/>
          </a:prstGeom>
          <a:solidFill>
            <a:srgbClr val="FFFFFF"/>
          </a:solidFill>
          <a:ln/>
        </p:spPr>
        <p:txBody>
          <a:bodyPr/>
          <a:lstStyle/>
          <a:p>
            <a:endParaRPr lang="en-IN"/>
          </a:p>
        </p:txBody>
      </p:sp>
      <p:sp>
        <p:nvSpPr>
          <p:cNvPr id="4" name="Title 3">
            <a:extLst>
              <a:ext uri="{FF2B5EF4-FFF2-40B4-BE49-F238E27FC236}">
                <a16:creationId xmlns:a16="http://schemas.microsoft.com/office/drawing/2014/main" id="{42E730B1-F47B-D60E-0C89-FB44D7B957CC}"/>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8C11C081-7E4D-596A-15E6-481F76067B9B}"/>
              </a:ext>
            </a:extLst>
          </p:cNvPr>
          <p:cNvSpPr>
            <a:spLocks noGrp="1"/>
          </p:cNvSpPr>
          <p:nvPr>
            <p:ph type="ftr" sz="quarter" idx="10"/>
          </p:nvPr>
        </p:nvSpPr>
        <p:spPr/>
        <p:txBody>
          <a:bodyPr/>
          <a:lstStyle/>
          <a:p>
            <a:endParaRPr lang="en-US"/>
          </a:p>
        </p:txBody>
      </p:sp>
      <p:sp>
        <p:nvSpPr>
          <p:cNvPr id="6" name="Slide Number Placeholder 5">
            <a:extLst>
              <a:ext uri="{FF2B5EF4-FFF2-40B4-BE49-F238E27FC236}">
                <a16:creationId xmlns:a16="http://schemas.microsoft.com/office/drawing/2014/main" id="{8E73CDB4-AEB6-717B-A93A-E4B6C8B91777}"/>
              </a:ext>
            </a:extLst>
          </p:cNvPr>
          <p:cNvSpPr>
            <a:spLocks noGrp="1"/>
          </p:cNvSpPr>
          <p:nvPr>
            <p:ph type="sldNum" sz="quarter" idx="11"/>
          </p:nvPr>
        </p:nvSpPr>
        <p:spPr/>
        <p:txBody>
          <a:bodyPr/>
          <a:lstStyle/>
          <a:p>
            <a:fld id="{AF0DB371-22FE-4529-B1E6-42D389836D8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4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txBody>
          <a:bodyPr/>
          <a:lstStyle/>
          <a:p>
            <a:endParaRPr lang="en-IN"/>
          </a:p>
        </p:txBody>
      </p:sp>
      <p:sp>
        <p:nvSpPr>
          <p:cNvPr id="3" name="Shape 1"/>
          <p:cNvSpPr/>
          <p:nvPr/>
        </p:nvSpPr>
        <p:spPr>
          <a:xfrm>
            <a:off x="0" y="0"/>
            <a:ext cx="12192000" cy="6858000"/>
          </a:xfrm>
          <a:prstGeom prst="rect">
            <a:avLst/>
          </a:prstGeom>
          <a:solidFill>
            <a:srgbClr val="FFFFFF"/>
          </a:solidFill>
          <a:ln/>
        </p:spPr>
        <p:txBody>
          <a:bodyPr/>
          <a:lstStyle/>
          <a:p>
            <a:endParaRPr lang="en-IN"/>
          </a:p>
        </p:txBody>
      </p:sp>
      <p:sp>
        <p:nvSpPr>
          <p:cNvPr id="4" name="Title 3">
            <a:extLst>
              <a:ext uri="{FF2B5EF4-FFF2-40B4-BE49-F238E27FC236}">
                <a16:creationId xmlns:a16="http://schemas.microsoft.com/office/drawing/2014/main" id="{08F8CD89-D502-D0CF-B7CA-545B303F5AAF}"/>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E2304C9F-8C29-37ED-F037-EA5CF8F3535F}"/>
              </a:ext>
            </a:extLst>
          </p:cNvPr>
          <p:cNvSpPr>
            <a:spLocks noGrp="1"/>
          </p:cNvSpPr>
          <p:nvPr>
            <p:ph type="ftr" sz="quarter" idx="10"/>
          </p:nvPr>
        </p:nvSpPr>
        <p:spPr/>
        <p:txBody>
          <a:bodyPr/>
          <a:lstStyle/>
          <a:p>
            <a:endParaRPr lang="en-US"/>
          </a:p>
        </p:txBody>
      </p:sp>
      <p:sp>
        <p:nvSpPr>
          <p:cNvPr id="6" name="Slide Number Placeholder 5">
            <a:extLst>
              <a:ext uri="{FF2B5EF4-FFF2-40B4-BE49-F238E27FC236}">
                <a16:creationId xmlns:a16="http://schemas.microsoft.com/office/drawing/2014/main" id="{6A996946-D05B-2137-ECBE-91F1A57EAF03}"/>
              </a:ext>
            </a:extLst>
          </p:cNvPr>
          <p:cNvSpPr>
            <a:spLocks noGrp="1"/>
          </p:cNvSpPr>
          <p:nvPr>
            <p:ph type="sldNum" sz="quarter" idx="11"/>
          </p:nvPr>
        </p:nvSpPr>
        <p:spPr/>
        <p:txBody>
          <a:bodyPr/>
          <a:lstStyle/>
          <a:p>
            <a:fld id="{AF0DB371-22FE-4529-B1E6-42D389836D8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3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txBody>
          <a:bodyPr/>
          <a:lstStyle/>
          <a:p>
            <a:endParaRPr lang="en-IN"/>
          </a:p>
        </p:txBody>
      </p:sp>
      <p:sp>
        <p:nvSpPr>
          <p:cNvPr id="3" name="Shape 1"/>
          <p:cNvSpPr/>
          <p:nvPr/>
        </p:nvSpPr>
        <p:spPr>
          <a:xfrm>
            <a:off x="0" y="0"/>
            <a:ext cx="12192000" cy="6858000"/>
          </a:xfrm>
          <a:prstGeom prst="rect">
            <a:avLst/>
          </a:prstGeom>
          <a:solidFill>
            <a:srgbClr val="FFFFFF"/>
          </a:solidFill>
          <a:ln/>
        </p:spPr>
        <p:txBody>
          <a:bodyPr/>
          <a:lstStyle/>
          <a:p>
            <a:endParaRPr lang="en-IN"/>
          </a:p>
        </p:txBody>
      </p:sp>
      <p:sp>
        <p:nvSpPr>
          <p:cNvPr id="4" name="Title 3">
            <a:extLst>
              <a:ext uri="{FF2B5EF4-FFF2-40B4-BE49-F238E27FC236}">
                <a16:creationId xmlns:a16="http://schemas.microsoft.com/office/drawing/2014/main" id="{EBD8DA0E-F293-3A08-97D8-F16FCE7DB805}"/>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3CE8A399-ED09-55FF-67A8-6BA21BBE7123}"/>
              </a:ext>
            </a:extLst>
          </p:cNvPr>
          <p:cNvSpPr>
            <a:spLocks noGrp="1"/>
          </p:cNvSpPr>
          <p:nvPr>
            <p:ph type="ftr" sz="quarter" idx="10"/>
          </p:nvPr>
        </p:nvSpPr>
        <p:spPr/>
        <p:txBody>
          <a:bodyPr/>
          <a:lstStyle/>
          <a:p>
            <a:endParaRPr lang="en-US"/>
          </a:p>
        </p:txBody>
      </p:sp>
      <p:sp>
        <p:nvSpPr>
          <p:cNvPr id="6" name="Slide Number Placeholder 5">
            <a:extLst>
              <a:ext uri="{FF2B5EF4-FFF2-40B4-BE49-F238E27FC236}">
                <a16:creationId xmlns:a16="http://schemas.microsoft.com/office/drawing/2014/main" id="{83CA6CED-8F12-E61C-9B40-AFD4C82B7A15}"/>
              </a:ext>
            </a:extLst>
          </p:cNvPr>
          <p:cNvSpPr>
            <a:spLocks noGrp="1"/>
          </p:cNvSpPr>
          <p:nvPr>
            <p:ph type="sldNum" sz="quarter" idx="11"/>
          </p:nvPr>
        </p:nvSpPr>
        <p:spPr/>
        <p:txBody>
          <a:bodyPr/>
          <a:lstStyle/>
          <a:p>
            <a:fld id="{AF0DB371-22FE-4529-B1E6-42D389836D8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 2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txBody>
          <a:bodyPr/>
          <a:lstStyle/>
          <a:p>
            <a:endParaRPr lang="en-IN"/>
          </a:p>
        </p:txBody>
      </p:sp>
      <p:sp>
        <p:nvSpPr>
          <p:cNvPr id="3" name="Shape 1"/>
          <p:cNvSpPr/>
          <p:nvPr/>
        </p:nvSpPr>
        <p:spPr>
          <a:xfrm>
            <a:off x="0" y="0"/>
            <a:ext cx="12192000" cy="6858000"/>
          </a:xfrm>
          <a:prstGeom prst="rect">
            <a:avLst/>
          </a:prstGeom>
          <a:solidFill>
            <a:srgbClr val="FFFFFF"/>
          </a:solidFill>
          <a:ln/>
        </p:spPr>
        <p:txBody>
          <a:bodyPr/>
          <a:lstStyle/>
          <a:p>
            <a:endParaRPr lang="en-IN"/>
          </a:p>
        </p:txBody>
      </p:sp>
      <p:sp>
        <p:nvSpPr>
          <p:cNvPr id="4" name="Title 3">
            <a:extLst>
              <a:ext uri="{FF2B5EF4-FFF2-40B4-BE49-F238E27FC236}">
                <a16:creationId xmlns:a16="http://schemas.microsoft.com/office/drawing/2014/main" id="{81EB854F-C740-E39D-DD60-C7961F41F153}"/>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0518AB8D-6BC3-05FD-CF8B-E46966E2C20E}"/>
              </a:ext>
            </a:extLst>
          </p:cNvPr>
          <p:cNvSpPr>
            <a:spLocks noGrp="1"/>
          </p:cNvSpPr>
          <p:nvPr>
            <p:ph type="ftr" sz="quarter" idx="10"/>
          </p:nvPr>
        </p:nvSpPr>
        <p:spPr/>
        <p:txBody>
          <a:bodyPr/>
          <a:lstStyle/>
          <a:p>
            <a:endParaRPr lang="en-US"/>
          </a:p>
        </p:txBody>
      </p:sp>
      <p:sp>
        <p:nvSpPr>
          <p:cNvPr id="6" name="Slide Number Placeholder 5">
            <a:extLst>
              <a:ext uri="{FF2B5EF4-FFF2-40B4-BE49-F238E27FC236}">
                <a16:creationId xmlns:a16="http://schemas.microsoft.com/office/drawing/2014/main" id="{8FE0A3EE-E16F-2C7C-C31F-7432452B53C5}"/>
              </a:ext>
            </a:extLst>
          </p:cNvPr>
          <p:cNvSpPr>
            <a:spLocks noGrp="1"/>
          </p:cNvSpPr>
          <p:nvPr>
            <p:ph type="sldNum" sz="quarter" idx="11"/>
          </p:nvPr>
        </p:nvSpPr>
        <p:spPr/>
        <p:txBody>
          <a:bodyPr/>
          <a:lstStyle/>
          <a:p>
            <a:fld id="{AF0DB371-22FE-4529-B1E6-42D389836D8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1 master">
    <p:bg>
      <p:bgRef idx="1001">
        <a:schemeClr val="bg1"/>
      </p:bgRef>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6F4F4"/>
          </a:solidFill>
          <a:ln/>
        </p:spPr>
        <p:txBody>
          <a:bodyPr/>
          <a:lstStyle/>
          <a:p>
            <a:endParaRPr lang="en-IN"/>
          </a:p>
        </p:txBody>
      </p:sp>
      <p:sp>
        <p:nvSpPr>
          <p:cNvPr id="3" name="Shape 1"/>
          <p:cNvSpPr/>
          <p:nvPr/>
        </p:nvSpPr>
        <p:spPr>
          <a:xfrm>
            <a:off x="0" y="0"/>
            <a:ext cx="12192000" cy="6858000"/>
          </a:xfrm>
          <a:prstGeom prst="rect">
            <a:avLst/>
          </a:prstGeom>
          <a:solidFill>
            <a:srgbClr val="FFFFFF"/>
          </a:solidFill>
          <a:ln/>
        </p:spPr>
        <p:txBody>
          <a:bodyPr/>
          <a:lstStyle/>
          <a:p>
            <a:endParaRPr lang="en-IN"/>
          </a:p>
        </p:txBody>
      </p:sp>
      <p:sp>
        <p:nvSpPr>
          <p:cNvPr id="4" name="Title 3">
            <a:extLst>
              <a:ext uri="{FF2B5EF4-FFF2-40B4-BE49-F238E27FC236}">
                <a16:creationId xmlns:a16="http://schemas.microsoft.com/office/drawing/2014/main" id="{52B2FE16-585F-0143-C8EB-9D80CA9C3984}"/>
              </a:ext>
            </a:extLst>
          </p:cNvPr>
          <p:cNvSpPr>
            <a:spLocks noGrp="1"/>
          </p:cNvSpPr>
          <p:nvPr>
            <p:ph type="title"/>
          </p:nvPr>
        </p:nvSpPr>
        <p:spPr/>
        <p:txBody>
          <a:bodyPr/>
          <a:lstStyle/>
          <a:p>
            <a:r>
              <a:rPr lang="en-US"/>
              <a:t>Click to edit Master title style</a:t>
            </a:r>
          </a:p>
        </p:txBody>
      </p:sp>
      <p:sp>
        <p:nvSpPr>
          <p:cNvPr id="5" name="Footer Placeholder 4">
            <a:extLst>
              <a:ext uri="{FF2B5EF4-FFF2-40B4-BE49-F238E27FC236}">
                <a16:creationId xmlns:a16="http://schemas.microsoft.com/office/drawing/2014/main" id="{01E1C1C2-C7EF-F1AF-D539-5EEC29F4FB3F}"/>
              </a:ext>
            </a:extLst>
          </p:cNvPr>
          <p:cNvSpPr>
            <a:spLocks noGrp="1"/>
          </p:cNvSpPr>
          <p:nvPr>
            <p:ph type="ftr" sz="quarter" idx="10"/>
          </p:nvPr>
        </p:nvSpPr>
        <p:spPr/>
        <p:txBody>
          <a:bodyPr/>
          <a:lstStyle/>
          <a:p>
            <a:endParaRPr lang="en-US"/>
          </a:p>
        </p:txBody>
      </p:sp>
      <p:sp>
        <p:nvSpPr>
          <p:cNvPr id="6" name="Slide Number Placeholder 5">
            <a:extLst>
              <a:ext uri="{FF2B5EF4-FFF2-40B4-BE49-F238E27FC236}">
                <a16:creationId xmlns:a16="http://schemas.microsoft.com/office/drawing/2014/main" id="{2FC54A85-D324-4353-2EB2-DCEDAF362B4E}"/>
              </a:ext>
            </a:extLst>
          </p:cNvPr>
          <p:cNvSpPr>
            <a:spLocks noGrp="1"/>
          </p:cNvSpPr>
          <p:nvPr>
            <p:ph type="sldNum" sz="quarter" idx="11"/>
          </p:nvPr>
        </p:nvSpPr>
        <p:spPr/>
        <p:txBody>
          <a:bodyPr/>
          <a:lstStyle/>
          <a:p>
            <a:fld id="{AF0DB371-22FE-4529-B1E6-42D389836D82}"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07DA3-50F0-E340-FDD6-AE33525E26DB}"/>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2159D163-B034-DF0B-CC4C-2D18283BC9D2}"/>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B9A4F811-EA18-CCB7-1CDB-4B2A0DA5ADD1}"/>
              </a:ext>
            </a:extLst>
          </p:cNvPr>
          <p:cNvSpPr>
            <a:spLocks noGrp="1"/>
          </p:cNvSpPr>
          <p:nvPr>
            <p:ph type="sldNum" sz="quarter" idx="11"/>
          </p:nvPr>
        </p:nvSpPr>
        <p:spPr/>
        <p:txBody>
          <a:bodyPr/>
          <a:lstStyle/>
          <a:p>
            <a:fld id="{AF0DB371-22FE-4529-B1E6-42D389836D82}" type="slidenum">
              <a:rPr lang="en-US" smtClean="0"/>
              <a:t>‹#›</a:t>
            </a:fld>
            <a:endParaRPr lang="en-US"/>
          </a:p>
        </p:txBody>
      </p:sp>
    </p:spTree>
    <p:extLst>
      <p:ext uri="{BB962C8B-B14F-4D97-AF65-F5344CB8AC3E}">
        <p14:creationId xmlns:p14="http://schemas.microsoft.com/office/powerpoint/2010/main" val="1666210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F48CB-A5DE-935E-52BA-B1359A3E81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3CBD164-CAC5-A1D5-F5CC-3AFE8F46AA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241DC3D-B528-3205-0FF1-C8753E42E28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82234E6-5C8E-A6BA-81EF-5213BE27EDD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479A015-E6E9-AD67-C2FD-39717AC223E2}"/>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79620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85000"/>
            <a:lum/>
          </a:blip>
          <a:srcRect/>
          <a:stretch>
            <a:fillRect t="-83000" b="-83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AFD313-6D50-D996-20B4-B91FD80D34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1B603B-5F46-3C0B-47E1-5AAE4674FD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33B710-C455-CCED-ACED-E1C4787E1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5" name="Slide Number Placeholder 4">
            <a:extLst>
              <a:ext uri="{FF2B5EF4-FFF2-40B4-BE49-F238E27FC236}">
                <a16:creationId xmlns:a16="http://schemas.microsoft.com/office/drawing/2014/main" id="{9FCD8833-4AC3-CCCB-DAEA-0C4034E100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0DB371-22FE-4529-B1E6-42D389836D8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8" r:id="rId1"/>
    <p:sldLayoutId id="2147483657" r:id="rId2"/>
    <p:sldLayoutId id="2147483656" r:id="rId3"/>
    <p:sldLayoutId id="2147483655" r:id="rId4"/>
    <p:sldLayoutId id="2147483654" r:id="rId5"/>
    <p:sldLayoutId id="2147483653" r:id="rId6"/>
    <p:sldLayoutId id="2147483652" r:id="rId7"/>
    <p:sldLayoutId id="2147483651" r:id="rId8"/>
    <p:sldLayoutId id="2147483650" r:id="rId9"/>
    <p:sldLayoutId id="2147483659" r:id="rId10"/>
    <p:sldLayoutId id="2147483730"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4.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5.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31.png"/><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85000"/>
          </a:blip>
          <a:srcRect/>
          <a:tile tx="0" ty="0" sx="100000" sy="100000" flip="none" algn="tl"/>
        </a:blipFill>
        <a:effectLst/>
      </p:bgPr>
    </p:bg>
    <p:spTree>
      <p:nvGrpSpPr>
        <p:cNvPr id="1" name="">
          <a:extLst>
            <a:ext uri="{FF2B5EF4-FFF2-40B4-BE49-F238E27FC236}">
              <a16:creationId xmlns:a16="http://schemas.microsoft.com/office/drawing/2014/main" id="{4A51F974-9A6B-0428-D38F-8A4208BC3C41}"/>
            </a:ext>
          </a:extLst>
        </p:cNvPr>
        <p:cNvGrpSpPr/>
        <p:nvPr/>
      </p:nvGrpSpPr>
      <p:grpSpPr>
        <a:xfrm>
          <a:off x="0" y="0"/>
          <a:ext cx="0" cy="0"/>
          <a:chOff x="0" y="0"/>
          <a:chExt cx="0" cy="0"/>
        </a:xfrm>
      </p:grpSpPr>
      <p:pic>
        <p:nvPicPr>
          <p:cNvPr id="4" name="PixVerse_V5_Image_Text_540P_moving_video_for_b">
            <a:hlinkClick r:id="" action="ppaction://media"/>
            <a:extLst>
              <a:ext uri="{FF2B5EF4-FFF2-40B4-BE49-F238E27FC236}">
                <a16:creationId xmlns:a16="http://schemas.microsoft.com/office/drawing/2014/main" id="{BFCD4FFC-97FB-188B-3B4A-90E01D03972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048" y="-823555"/>
            <a:ext cx="12185904" cy="7775924"/>
          </a:xfrm>
          <a:prstGeom prst="rect">
            <a:avLst/>
          </a:prstGeom>
        </p:spPr>
      </p:pic>
      <p:sp>
        <p:nvSpPr>
          <p:cNvPr id="5" name="Text 0">
            <a:extLst>
              <a:ext uri="{FF2B5EF4-FFF2-40B4-BE49-F238E27FC236}">
                <a16:creationId xmlns:a16="http://schemas.microsoft.com/office/drawing/2014/main" id="{6DECEDC8-2221-9769-8591-73C66517969B}"/>
              </a:ext>
            </a:extLst>
          </p:cNvPr>
          <p:cNvSpPr>
            <a:spLocks noGrp="1"/>
          </p:cNvSpPr>
          <p:nvPr>
            <p:ph type="ctrTitle"/>
          </p:nvPr>
        </p:nvSpPr>
        <p:spPr>
          <a:xfrm>
            <a:off x="1524000" y="1122363"/>
            <a:ext cx="9144000" cy="3063240"/>
          </a:xfrm>
          <a:prstGeom prst="rect">
            <a:avLst/>
          </a:prstGeom>
        </p:spPr>
        <p:txBody>
          <a:bodyPr lIns="0" tIns="0" rIns="0" bIns="0" rtlCol="0">
            <a:norm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buNone/>
            </a:pPr>
            <a:r>
              <a:rPr lang="en-US" sz="6600" b="1" dirty="0">
                <a:solidFill>
                  <a:schemeClr val="bg1"/>
                </a:solidFill>
                <a:latin typeface="Times New Roman" panose="02020603050405020304" pitchFamily="18" charset="0"/>
                <a:ea typeface="Inter Bold" pitchFamily="34" charset="-122"/>
                <a:cs typeface="Times New Roman" panose="02020603050405020304" pitchFamily="18" charset="0"/>
              </a:rPr>
              <a:t>DataViz Studio </a:t>
            </a:r>
            <a:br>
              <a:rPr lang="en-US" sz="6600" b="1" dirty="0">
                <a:solidFill>
                  <a:schemeClr val="bg1"/>
                </a:solidFill>
                <a:latin typeface="Times New Roman" panose="02020603050405020304" pitchFamily="18" charset="0"/>
                <a:ea typeface="Inter Bold" pitchFamily="34" charset="-122"/>
                <a:cs typeface="Times New Roman" panose="02020603050405020304" pitchFamily="18" charset="0"/>
              </a:rPr>
            </a:br>
            <a:r>
              <a:rPr lang="en-US" sz="6600" b="1" dirty="0">
                <a:solidFill>
                  <a:schemeClr val="bg1"/>
                </a:solidFill>
                <a:latin typeface="Times New Roman" panose="02020603050405020304" pitchFamily="18" charset="0"/>
                <a:ea typeface="Inter Bold" pitchFamily="34" charset="-122"/>
                <a:cs typeface="Times New Roman" panose="02020603050405020304" pitchFamily="18" charset="0"/>
              </a:rPr>
              <a:t> Interactive Data Analytics Dashboard</a:t>
            </a:r>
            <a:endParaRPr lang="en-US" sz="6600" dirty="0">
              <a:solidFill>
                <a:schemeClr val="bg1"/>
              </a:solidFill>
              <a:latin typeface="Times New Roman" panose="02020603050405020304" pitchFamily="18" charset="0"/>
            </a:endParaRPr>
          </a:p>
        </p:txBody>
      </p:sp>
      <p:sp>
        <p:nvSpPr>
          <p:cNvPr id="3" name="Subtitle 2">
            <a:extLst>
              <a:ext uri="{FF2B5EF4-FFF2-40B4-BE49-F238E27FC236}">
                <a16:creationId xmlns:a16="http://schemas.microsoft.com/office/drawing/2014/main" id="{134A6F04-8A62-D79A-553E-44F1A9D166D1}"/>
              </a:ext>
            </a:extLst>
          </p:cNvPr>
          <p:cNvSpPr>
            <a:spLocks noGrp="1"/>
          </p:cNvSpPr>
          <p:nvPr>
            <p:ph type="subTitle" idx="1"/>
          </p:nvPr>
        </p:nvSpPr>
        <p:spPr>
          <a:xfrm>
            <a:off x="1527048" y="4599432"/>
            <a:ext cx="9144000" cy="635372"/>
          </a:xfrm>
        </p:spPr>
        <p:txBody>
          <a:bodyPr>
            <a:normAutofit/>
          </a:bodyPr>
          <a:lstStyle/>
          <a:p>
            <a:r>
              <a:rPr lang="en-US" dirty="0">
                <a:solidFill>
                  <a:schemeClr val="bg1"/>
                </a:solidFill>
                <a:latin typeface="Times New Roman" panose="02020603050405020304" pitchFamily="18" charset="0"/>
              </a:rPr>
              <a:t>Uzma Yasmeen &amp; team</a:t>
            </a:r>
          </a:p>
          <a:p>
            <a:endParaRPr lang="en-US" dirty="0">
              <a:solidFill>
                <a:schemeClr val="bg1"/>
              </a:solidFill>
            </a:endParaRPr>
          </a:p>
        </p:txBody>
      </p:sp>
      <p:sp>
        <p:nvSpPr>
          <p:cNvPr id="8" name="AutoShape 2" descr="Image of ">
            <a:extLst>
              <a:ext uri="{FF2B5EF4-FFF2-40B4-BE49-F238E27FC236}">
                <a16:creationId xmlns:a16="http://schemas.microsoft.com/office/drawing/2014/main" id="{1C06C3B7-BD58-45AA-98CB-ABEABC3739A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77979E2B-FEF5-C94E-649B-2CB5CF2CD0CA}"/>
              </a:ext>
            </a:extLst>
          </p:cNvPr>
          <p:cNvSpPr txBox="1"/>
          <p:nvPr/>
        </p:nvSpPr>
        <p:spPr>
          <a:xfrm>
            <a:off x="2995086" y="5050138"/>
            <a:ext cx="6198780" cy="369332"/>
          </a:xfrm>
          <a:prstGeom prst="rect">
            <a:avLst/>
          </a:prstGeom>
          <a:noFill/>
        </p:spPr>
        <p:txBody>
          <a:bodyPr wrap="square">
            <a:spAutoFit/>
          </a:bodyPr>
          <a:lstStyle/>
          <a:p>
            <a:pPr algn="ctr"/>
            <a:r>
              <a:rPr lang="en-US" dirty="0">
                <a:solidFill>
                  <a:schemeClr val="bg1"/>
                </a:solidFill>
                <a:latin typeface="Times New Roman" panose="02020603050405020304" pitchFamily="18" charset="0"/>
              </a:rPr>
              <a:t>Batch-19/20</a:t>
            </a:r>
          </a:p>
        </p:txBody>
      </p:sp>
    </p:spTree>
    <p:extLst>
      <p:ext uri="{BB962C8B-B14F-4D97-AF65-F5344CB8AC3E}">
        <p14:creationId xmlns:p14="http://schemas.microsoft.com/office/powerpoint/2010/main" val="1097051048"/>
      </p:ext>
    </p:extLst>
  </p:cSld>
  <p:clrMapOvr>
    <a:masterClrMapping/>
  </p:clrMapOvr>
  <mc:AlternateContent xmlns:mc="http://schemas.openxmlformats.org/markup-compatibility/2006">
    <mc:Choice xmlns:p14="http://schemas.microsoft.com/office/powerpoint/2010/main" Requires="p14">
      <p:transition spd="slow" p14:dur="1500">
        <p14:shre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42" fill="hold"/>
                                        <p:tgtEl>
                                          <p:spTgt spid="4"/>
                                        </p:tgtEl>
                                      </p:cBhvr>
                                    </p:cmd>
                                  </p:childTnLst>
                                </p:cTn>
                              </p:par>
                              <p:par>
                                <p:cTn id="7" presetID="53" presetClass="entr" presetSubtype="16"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 calcmode="lin" valueType="num">
                                      <p:cBhvr>
                                        <p:cTn id="9" dur="500" fill="hold"/>
                                        <p:tgtEl>
                                          <p:spTgt spid="5"/>
                                        </p:tgtEl>
                                        <p:attrNameLst>
                                          <p:attrName>ppt_w</p:attrName>
                                        </p:attrNameLst>
                                      </p:cBhvr>
                                      <p:tavLst>
                                        <p:tav tm="0">
                                          <p:val>
                                            <p:fltVal val="0"/>
                                          </p:val>
                                        </p:tav>
                                        <p:tav tm="100000">
                                          <p:val>
                                            <p:strVal val="#ppt_w"/>
                                          </p:val>
                                        </p:tav>
                                      </p:tavLst>
                                    </p:anim>
                                    <p:anim calcmode="lin" valueType="num">
                                      <p:cBhvr>
                                        <p:cTn id="10" dur="500" fill="hold"/>
                                        <p:tgtEl>
                                          <p:spTgt spid="5"/>
                                        </p:tgtEl>
                                        <p:attrNameLst>
                                          <p:attrName>ppt_h</p:attrName>
                                        </p:attrNameLst>
                                      </p:cBhvr>
                                      <p:tavLst>
                                        <p:tav tm="0">
                                          <p:val>
                                            <p:fltVal val="0"/>
                                          </p:val>
                                        </p:tav>
                                        <p:tav tm="100000">
                                          <p:val>
                                            <p:strVal val="#ppt_h"/>
                                          </p:val>
                                        </p:tav>
                                      </p:tavLst>
                                    </p:anim>
                                    <p:animEffect transition="in" filter="fade">
                                      <p:cBhvr>
                                        <p:cTn id="11" dur="500"/>
                                        <p:tgtEl>
                                          <p:spTgt spid="5"/>
                                        </p:tgtEl>
                                      </p:cBhvr>
                                    </p:animEffect>
                                  </p:childTnLst>
                                </p:cTn>
                              </p:par>
                              <p:par>
                                <p:cTn id="12" presetID="10" presetClass="entr" presetSubtype="0" fill="hold" grpId="0" nodeType="withEffect" nodePh="1">
                                  <p:stCondLst>
                                    <p:cond delay="500"/>
                                  </p:stCondLst>
                                  <p:endCondLst>
                                    <p:cond evt="begin" delay="0">
                                      <p:tn val="12"/>
                                    </p:cond>
                                  </p:endCondLst>
                                  <p:iterate>
                                    <p:tmPct val="10000"/>
                                  </p:iterate>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250"/>
                                        <p:tgtEl>
                                          <p:spTgt spid="3">
                                            <p:txEl>
                                              <p:pRg st="0" end="0"/>
                                            </p:txEl>
                                          </p:spTgt>
                                        </p:tgtEl>
                                      </p:cBhvr>
                                    </p:animEffect>
                                  </p:childTnLst>
                                </p:cTn>
                              </p:par>
                              <p:par>
                                <p:cTn id="15" presetID="53" presetClass="entr" presetSubtype="16" fill="hold" grpId="0" nodeType="withEffect">
                                  <p:stCondLst>
                                    <p:cond delay="750"/>
                                  </p:stCondLst>
                                  <p:childTnLst>
                                    <p:set>
                                      <p:cBhvr>
                                        <p:cTn id="16" dur="1" fill="hold">
                                          <p:stCondLst>
                                            <p:cond delay="0"/>
                                          </p:stCondLst>
                                        </p:cTn>
                                        <p:tgtEl>
                                          <p:spTgt spid="6"/>
                                        </p:tgtEl>
                                        <p:attrNameLst>
                                          <p:attrName>style.visibility</p:attrName>
                                        </p:attrNameLst>
                                      </p:cBhvr>
                                      <p:to>
                                        <p:strVal val="visible"/>
                                      </p:to>
                                    </p:set>
                                    <p:anim calcmode="lin" valueType="num">
                                      <p:cBhvr>
                                        <p:cTn id="17" dur="250" fill="hold"/>
                                        <p:tgtEl>
                                          <p:spTgt spid="6"/>
                                        </p:tgtEl>
                                        <p:attrNameLst>
                                          <p:attrName>ppt_w</p:attrName>
                                        </p:attrNameLst>
                                      </p:cBhvr>
                                      <p:tavLst>
                                        <p:tav tm="0">
                                          <p:val>
                                            <p:fltVal val="0"/>
                                          </p:val>
                                        </p:tav>
                                        <p:tav tm="100000">
                                          <p:val>
                                            <p:strVal val="#ppt_w"/>
                                          </p:val>
                                        </p:tav>
                                      </p:tavLst>
                                    </p:anim>
                                    <p:anim calcmode="lin" valueType="num">
                                      <p:cBhvr>
                                        <p:cTn id="18" dur="250" fill="hold"/>
                                        <p:tgtEl>
                                          <p:spTgt spid="6"/>
                                        </p:tgtEl>
                                        <p:attrNameLst>
                                          <p:attrName>ppt_h</p:attrName>
                                        </p:attrNameLst>
                                      </p:cBhvr>
                                      <p:tavLst>
                                        <p:tav tm="0">
                                          <p:val>
                                            <p:fltVal val="0"/>
                                          </p:val>
                                        </p:tav>
                                        <p:tav tm="100000">
                                          <p:val>
                                            <p:strVal val="#ppt_h"/>
                                          </p:val>
                                        </p:tav>
                                      </p:tavLst>
                                    </p:anim>
                                    <p:animEffect transition="in" filter="fade">
                                      <p:cBhvr>
                                        <p:cTn id="19"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0" repeatCount="indefinite" fill="hold" display="0">
                  <p:stCondLst>
                    <p:cond delay="indefinite"/>
                  </p:stCondLst>
                </p:cTn>
                <p:tgtEl>
                  <p:spTgt spid="4"/>
                </p:tgtEl>
              </p:cMediaNode>
            </p:video>
            <p:seq concurrent="1" nextAc="seek">
              <p:cTn id="21" restart="whenNotActive" fill="hold" evtFilter="cancelBubble" nodeType="interactiveSeq">
                <p:stCondLst>
                  <p:cond evt="onClick" delay="0">
                    <p:tgtEl>
                      <p:spTgt spid="4"/>
                    </p:tgtEl>
                  </p:cond>
                </p:stCondLst>
                <p:endSync evt="end" delay="0">
                  <p:rtn val="all"/>
                </p:endSync>
                <p:childTnLst>
                  <p:par>
                    <p:cTn id="22" fill="hold">
                      <p:stCondLst>
                        <p:cond delay="0"/>
                      </p:stCondLst>
                      <p:childTnLst>
                        <p:par>
                          <p:cTn id="23" fill="hold">
                            <p:stCondLst>
                              <p:cond delay="0"/>
                            </p:stCondLst>
                            <p:childTnLst>
                              <p:par>
                                <p:cTn id="24" presetID="2" presetClass="mediacall" presetSubtype="0" fill="hold" nodeType="clickEffect">
                                  <p:stCondLst>
                                    <p:cond delay="0"/>
                                  </p:stCondLst>
                                  <p:childTnLst>
                                    <p:cmd type="call" cmd="togglePause">
                                      <p:cBhvr>
                                        <p:cTn id="25" dur="1" fill="hold"/>
                                        <p:tgtEl>
                                          <p:spTgt spid="4"/>
                                        </p:tgtEl>
                                      </p:cBhvr>
                                    </p:cmd>
                                  </p:childTnLst>
                                </p:cTn>
                              </p:par>
                            </p:childTnLst>
                          </p:cTn>
                        </p:par>
                      </p:childTnLst>
                    </p:cTn>
                  </p:par>
                </p:childTnLst>
              </p:cTn>
              <p:nextCondLst>
                <p:cond evt="onClick" delay="0">
                  <p:tgtEl>
                    <p:spTgt spid="4"/>
                  </p:tgtEl>
                </p:cond>
              </p:nextCondLst>
            </p:seq>
          </p:childTnLst>
        </p:cTn>
      </p:par>
    </p:tnLst>
    <p:bldLst>
      <p:bldP spid="5" grpId="0"/>
      <p:bldP spid="3" grpId="0" build="p"/>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t="-83000" b="-83000"/>
          </a:stretch>
        </a:blipFill>
        <a:effectLst/>
      </p:bgPr>
    </p:bg>
    <p:spTree>
      <p:nvGrpSpPr>
        <p:cNvPr id="1" name=""/>
        <p:cNvGrpSpPr/>
        <p:nvPr/>
      </p:nvGrpSpPr>
      <p:grpSpPr>
        <a:xfrm>
          <a:off x="0" y="0"/>
          <a:ext cx="0" cy="0"/>
          <a:chOff x="0" y="0"/>
          <a:chExt cx="0" cy="0"/>
        </a:xfrm>
      </p:grpSpPr>
      <p:sp>
        <p:nvSpPr>
          <p:cNvPr id="3" name="Text 0"/>
          <p:cNvSpPr/>
          <p:nvPr/>
        </p:nvSpPr>
        <p:spPr>
          <a:xfrm>
            <a:off x="0" y="1372448"/>
            <a:ext cx="8291122" cy="944959"/>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gn="ctr">
              <a:lnSpc>
                <a:spcPts val="3708"/>
              </a:lnSpc>
            </a:pPr>
            <a:r>
              <a:rPr lang="en-US" sz="3200" b="1" dirty="0">
                <a:latin typeface="Times New Roman" panose="02020603050405020304" pitchFamily="18" charset="0"/>
                <a:cs typeface="Times New Roman" panose="02020603050405020304" pitchFamily="18" charset="0"/>
              </a:rPr>
              <a:t>Team Members   -   Batch No: 19/20</a:t>
            </a:r>
            <a:endParaRPr lang="en-US" sz="2958" b="1" dirty="0">
              <a:latin typeface="Times New Roman" panose="02020603050405020304" pitchFamily="18" charset="0"/>
              <a:cs typeface="Times New Roman" panose="02020603050405020304" pitchFamily="18" charset="0"/>
            </a:endParaRPr>
          </a:p>
        </p:txBody>
      </p:sp>
      <p:cxnSp>
        <p:nvCxnSpPr>
          <p:cNvPr id="12" name="Straight Connector 11">
            <a:extLst>
              <a:ext uri="{FF2B5EF4-FFF2-40B4-BE49-F238E27FC236}">
                <a16:creationId xmlns:a16="http://schemas.microsoft.com/office/drawing/2014/main" id="{E5B0131A-EDAD-A473-A743-01E75D7A2FB2}"/>
              </a:ext>
            </a:extLst>
          </p:cNvPr>
          <p:cNvCxnSpPr>
            <a:cxnSpLocks/>
          </p:cNvCxnSpPr>
          <p:nvPr/>
        </p:nvCxnSpPr>
        <p:spPr>
          <a:xfrm>
            <a:off x="1092200" y="2041451"/>
            <a:ext cx="621665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52FA144B-8907-2A3A-70D6-2C2F844667E6}"/>
              </a:ext>
            </a:extLst>
          </p:cNvPr>
          <p:cNvCxnSpPr>
            <a:cxnSpLocks/>
          </p:cNvCxnSpPr>
          <p:nvPr/>
        </p:nvCxnSpPr>
        <p:spPr>
          <a:xfrm>
            <a:off x="1092200" y="2106870"/>
            <a:ext cx="621030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graphicFrame>
        <p:nvGraphicFramePr>
          <p:cNvPr id="16" name="Table 15">
            <a:extLst>
              <a:ext uri="{FF2B5EF4-FFF2-40B4-BE49-F238E27FC236}">
                <a16:creationId xmlns:a16="http://schemas.microsoft.com/office/drawing/2014/main" id="{105CF1B5-7A1D-1906-4FCF-2D0AC685EB17}"/>
              </a:ext>
            </a:extLst>
          </p:cNvPr>
          <p:cNvGraphicFramePr>
            <a:graphicFrameLocks noGrp="1"/>
          </p:cNvGraphicFramePr>
          <p:nvPr>
            <p:extLst>
              <p:ext uri="{D42A27DB-BD31-4B8C-83A1-F6EECF244321}">
                <p14:modId xmlns:p14="http://schemas.microsoft.com/office/powerpoint/2010/main" val="3893425713"/>
              </p:ext>
            </p:extLst>
          </p:nvPr>
        </p:nvGraphicFramePr>
        <p:xfrm>
          <a:off x="398721" y="2603638"/>
          <a:ext cx="7703288" cy="2370252"/>
        </p:xfrm>
        <a:graphic>
          <a:graphicData uri="http://schemas.openxmlformats.org/drawingml/2006/table">
            <a:tbl>
              <a:tblPr firstRow="1" bandRow="1"/>
              <a:tblGrid>
                <a:gridCol w="1121735">
                  <a:extLst>
                    <a:ext uri="{9D8B030D-6E8A-4147-A177-3AD203B41FA5}">
                      <a16:colId xmlns:a16="http://schemas.microsoft.com/office/drawing/2014/main" val="4049077714"/>
                    </a:ext>
                  </a:extLst>
                </a:gridCol>
                <a:gridCol w="2147776">
                  <a:extLst>
                    <a:ext uri="{9D8B030D-6E8A-4147-A177-3AD203B41FA5}">
                      <a16:colId xmlns:a16="http://schemas.microsoft.com/office/drawing/2014/main" val="3865595945"/>
                    </a:ext>
                  </a:extLst>
                </a:gridCol>
                <a:gridCol w="2328531">
                  <a:extLst>
                    <a:ext uri="{9D8B030D-6E8A-4147-A177-3AD203B41FA5}">
                      <a16:colId xmlns:a16="http://schemas.microsoft.com/office/drawing/2014/main" val="3698000582"/>
                    </a:ext>
                  </a:extLst>
                </a:gridCol>
                <a:gridCol w="2105246">
                  <a:extLst>
                    <a:ext uri="{9D8B030D-6E8A-4147-A177-3AD203B41FA5}">
                      <a16:colId xmlns:a16="http://schemas.microsoft.com/office/drawing/2014/main" val="3749469017"/>
                    </a:ext>
                  </a:extLst>
                </a:gridCol>
              </a:tblGrid>
              <a:tr h="365978">
                <a:tc>
                  <a:txBody>
                    <a:bodyPr/>
                    <a:lstStyle/>
                    <a:p>
                      <a:pPr marL="0" algn="ctr" rtl="0" eaLnBrk="1" fontAlgn="t" latinLnBrk="0" hangingPunct="1">
                        <a:buNone/>
                      </a:pPr>
                      <a:r>
                        <a:rPr lang="en-US" sz="2000" b="1" i="0" u="none" strike="noStrike" kern="1200" dirty="0">
                          <a:solidFill>
                            <a:srgbClr val="000000"/>
                          </a:solidFill>
                          <a:effectLst/>
                          <a:latin typeface="Times New Roman" panose="02020603050405020304" pitchFamily="18" charset="0"/>
                          <a:cs typeface="Times New Roman" panose="02020603050405020304" pitchFamily="18" charset="0"/>
                        </a:rPr>
                        <a:t>Batch</a:t>
                      </a:r>
                      <a:endParaRPr lang="en-US" sz="2000" b="1" i="0" u="none" strike="noStrike" dirty="0">
                        <a:effectLst/>
                        <a:latin typeface="Times New Roman" panose="02020603050405020304" pitchFamily="18" charset="0"/>
                        <a:cs typeface="Times New Roman" panose="02020603050405020304" pitchFamily="18" charset="0"/>
                      </a:endParaRP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rtl="0" eaLnBrk="1" fontAlgn="t" latinLnBrk="0" hangingPunct="1">
                        <a:buNone/>
                      </a:pPr>
                      <a:r>
                        <a:rPr lang="en-US" sz="2000" b="1" i="0" u="none" strike="noStrike" kern="1200" dirty="0">
                          <a:solidFill>
                            <a:srgbClr val="000000"/>
                          </a:solidFill>
                          <a:effectLst/>
                          <a:latin typeface="Times New Roman" panose="02020603050405020304" pitchFamily="18" charset="0"/>
                          <a:cs typeface="Times New Roman" panose="02020603050405020304" pitchFamily="18" charset="0"/>
                        </a:rPr>
                        <a:t>Roll No.</a:t>
                      </a:r>
                      <a:endParaRPr lang="en-US" sz="2000" b="1" i="0" u="none" strike="noStrike" dirty="0">
                        <a:effectLst/>
                        <a:latin typeface="Times New Roman" panose="02020603050405020304" pitchFamily="18" charset="0"/>
                        <a:cs typeface="Times New Roman" panose="02020603050405020304" pitchFamily="18" charset="0"/>
                      </a:endParaRP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rtl="0" eaLnBrk="1" fontAlgn="t" latinLnBrk="0" hangingPunct="1">
                        <a:buNone/>
                      </a:pPr>
                      <a:r>
                        <a:rPr lang="en-US" sz="2000" b="1" i="0" u="none" strike="noStrike" kern="1200" dirty="0">
                          <a:solidFill>
                            <a:srgbClr val="000000"/>
                          </a:solidFill>
                          <a:effectLst/>
                          <a:latin typeface="Times New Roman" panose="02020603050405020304" pitchFamily="18" charset="0"/>
                          <a:cs typeface="Times New Roman" panose="02020603050405020304" pitchFamily="18" charset="0"/>
                        </a:rPr>
                        <a:t>Name</a:t>
                      </a:r>
                      <a:endParaRPr lang="en-US" sz="2000" b="1" i="0" u="none" strike="noStrike" dirty="0">
                        <a:effectLst/>
                        <a:latin typeface="Times New Roman" panose="02020603050405020304" pitchFamily="18" charset="0"/>
                        <a:cs typeface="Times New Roman" panose="02020603050405020304" pitchFamily="18" charset="0"/>
                      </a:endParaRP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rtl="0" eaLnBrk="1" fontAlgn="t" latinLnBrk="0" hangingPunct="1">
                        <a:buNone/>
                      </a:pPr>
                      <a:r>
                        <a:rPr lang="en-US" sz="2000" b="1" i="0" u="none" strike="noStrike" kern="1200" dirty="0">
                          <a:solidFill>
                            <a:srgbClr val="000000"/>
                          </a:solidFill>
                          <a:effectLst/>
                          <a:latin typeface="Times New Roman" panose="02020603050405020304" pitchFamily="18" charset="0"/>
                          <a:cs typeface="Times New Roman" panose="02020603050405020304" pitchFamily="18" charset="0"/>
                        </a:rPr>
                        <a:t>Contributions</a:t>
                      </a:r>
                      <a:endParaRPr lang="en-US" sz="2000" b="1" i="0" u="none" strike="noStrike" dirty="0">
                        <a:effectLst/>
                        <a:latin typeface="Times New Roman" panose="02020603050405020304" pitchFamily="18" charset="0"/>
                        <a:cs typeface="Times New Roman" panose="02020603050405020304" pitchFamily="18" charset="0"/>
                      </a:endParaRP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6620489"/>
                  </a:ext>
                </a:extLst>
              </a:tr>
              <a:tr h="365978">
                <a:tc>
                  <a:txBody>
                    <a:bodyPr/>
                    <a:lstStyle/>
                    <a:p>
                      <a:pPr marL="0" algn="ctr" rtl="0" eaLnBrk="1" fontAlgn="t" latinLnBrk="0" hangingPunct="1">
                        <a:buNone/>
                      </a:pPr>
                      <a:r>
                        <a:rPr lang="en-US" sz="2000" b="0" i="0" u="none" strike="noStrike" kern="1200" dirty="0">
                          <a:solidFill>
                            <a:srgbClr val="000000"/>
                          </a:solidFill>
                          <a:effectLst/>
                          <a:latin typeface="Times New Roman" panose="02020603050405020304" pitchFamily="18" charset="0"/>
                          <a:cs typeface="Times New Roman" panose="02020603050405020304" pitchFamily="18" charset="0"/>
                        </a:rPr>
                        <a:t>19</a:t>
                      </a:r>
                      <a:endParaRPr lang="en-US" sz="2000" b="0" i="0" u="none" strike="noStrike" dirty="0">
                        <a:effectLst/>
                        <a:latin typeface="Times New Roman" panose="02020603050405020304" pitchFamily="18" charset="0"/>
                        <a:cs typeface="Times New Roman" panose="02020603050405020304" pitchFamily="18" charset="0"/>
                      </a:endParaRP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u="none" strike="noStrike" dirty="0">
                          <a:effectLst/>
                          <a:latin typeface="Times New Roman" panose="02020603050405020304" pitchFamily="18" charset="0"/>
                          <a:cs typeface="Times New Roman" panose="02020603050405020304" pitchFamily="18" charset="0"/>
                        </a:rPr>
                        <a:t>2503A51L07</a:t>
                      </a: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rtl="0" eaLnBrk="1" fontAlgn="t" latinLnBrk="0" hangingPunct="1">
                        <a:buNone/>
                      </a:pPr>
                      <a:r>
                        <a:rPr lang="en-US" sz="2000" b="0" i="0" u="none" strike="noStrike" dirty="0">
                          <a:effectLst/>
                          <a:latin typeface="Times New Roman" panose="02020603050405020304" pitchFamily="18" charset="0"/>
                          <a:cs typeface="Times New Roman" panose="02020603050405020304" pitchFamily="18" charset="0"/>
                        </a:rPr>
                        <a:t>Sahasra</a:t>
                      </a: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rtl="0" eaLnBrk="1" fontAlgn="t" latinLnBrk="0" hangingPunct="1">
                        <a:buNone/>
                      </a:pPr>
                      <a:r>
                        <a:rPr lang="en-US" sz="2000" b="0" i="0" u="none" strike="noStrike" kern="1200" dirty="0">
                          <a:solidFill>
                            <a:srgbClr val="000000"/>
                          </a:solidFill>
                          <a:effectLst/>
                          <a:latin typeface="Times New Roman" panose="02020603050405020304" pitchFamily="18" charset="0"/>
                          <a:cs typeface="Times New Roman" panose="02020603050405020304" pitchFamily="18" charset="0"/>
                        </a:rPr>
                        <a:t>Data gathering</a:t>
                      </a:r>
                      <a:endParaRPr lang="en-US" sz="2000" b="0" i="0" u="none" strike="noStrike" dirty="0">
                        <a:effectLst/>
                        <a:latin typeface="Times New Roman" panose="02020603050405020304" pitchFamily="18" charset="0"/>
                        <a:cs typeface="Times New Roman" panose="02020603050405020304" pitchFamily="18" charset="0"/>
                      </a:endParaRP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3485248"/>
                  </a:ext>
                </a:extLst>
              </a:tr>
              <a:tr h="365978">
                <a:tc>
                  <a:txBody>
                    <a:bodyPr/>
                    <a:lstStyle/>
                    <a:p>
                      <a:pPr marL="0" algn="ctr" rtl="0" eaLnBrk="1" fontAlgn="t" latinLnBrk="0" hangingPunct="1">
                        <a:buNone/>
                      </a:pPr>
                      <a:r>
                        <a:rPr lang="en-US" sz="2000" b="0" i="0" u="none" strike="noStrike" kern="1200" dirty="0">
                          <a:solidFill>
                            <a:srgbClr val="000000"/>
                          </a:solidFill>
                          <a:effectLst/>
                          <a:latin typeface="Times New Roman" panose="02020603050405020304" pitchFamily="18" charset="0"/>
                          <a:cs typeface="Times New Roman" panose="02020603050405020304" pitchFamily="18" charset="0"/>
                        </a:rPr>
                        <a:t>20</a:t>
                      </a: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rtl="0" eaLnBrk="1" fontAlgn="t" latinLnBrk="0" hangingPunct="1">
                        <a:buNone/>
                      </a:pPr>
                      <a:r>
                        <a:rPr lang="en-US" sz="2000" b="0" i="0" u="none" strike="noStrike" dirty="0">
                          <a:effectLst/>
                          <a:latin typeface="Times New Roman" panose="02020603050405020304" pitchFamily="18" charset="0"/>
                          <a:cs typeface="Times New Roman" panose="02020603050405020304" pitchFamily="18" charset="0"/>
                        </a:rPr>
                        <a:t>2503A51L34</a:t>
                      </a: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rtl="0" eaLnBrk="1" fontAlgn="t" latinLnBrk="0" hangingPunct="1">
                        <a:buNone/>
                      </a:pPr>
                      <a:r>
                        <a:rPr lang="en-US" sz="2000" b="0" i="0" u="none" strike="noStrike" dirty="0">
                          <a:effectLst/>
                          <a:latin typeface="Times New Roman" panose="02020603050405020304" pitchFamily="18" charset="0"/>
                          <a:cs typeface="Times New Roman" panose="02020603050405020304" pitchFamily="18" charset="0"/>
                        </a:rPr>
                        <a:t>Uzma Yasmeen</a:t>
                      </a: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2000" b="0" i="0" u="none" strike="noStrike" kern="1200" dirty="0">
                          <a:solidFill>
                            <a:srgbClr val="000000"/>
                          </a:solidFill>
                          <a:effectLst/>
                          <a:latin typeface="Times New Roman" panose="02020603050405020304" pitchFamily="18" charset="0"/>
                          <a:cs typeface="Times New Roman" panose="02020603050405020304" pitchFamily="18" charset="0"/>
                        </a:rPr>
                        <a:t>Coding</a:t>
                      </a:r>
                      <a:endParaRPr lang="en-US" sz="2000" b="0" i="0" u="none" strike="noStrike" dirty="0">
                        <a:effectLst/>
                        <a:latin typeface="Times New Roman" panose="02020603050405020304" pitchFamily="18" charset="0"/>
                        <a:cs typeface="Times New Roman" panose="02020603050405020304" pitchFamily="18" charset="0"/>
                      </a:endParaRP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5713330"/>
                  </a:ext>
                </a:extLst>
              </a:tr>
              <a:tr h="365978">
                <a:tc>
                  <a:txBody>
                    <a:bodyPr/>
                    <a:lstStyle/>
                    <a:p>
                      <a:pPr marL="0" algn="ctr" rtl="0" eaLnBrk="1" fontAlgn="t" latinLnBrk="0" hangingPunct="1">
                        <a:buNone/>
                      </a:pPr>
                      <a:r>
                        <a:rPr lang="en-US" sz="2000" b="0" i="0" u="none" strike="noStrike" kern="1200" dirty="0">
                          <a:solidFill>
                            <a:srgbClr val="000000"/>
                          </a:solidFill>
                          <a:effectLst/>
                          <a:latin typeface="Times New Roman" panose="02020603050405020304" pitchFamily="18" charset="0"/>
                          <a:cs typeface="Times New Roman" panose="02020603050405020304" pitchFamily="18" charset="0"/>
                        </a:rPr>
                        <a:t>19</a:t>
                      </a:r>
                      <a:endParaRPr lang="en-US" sz="2000" b="0" i="0" u="none" strike="noStrike" dirty="0">
                        <a:effectLst/>
                        <a:latin typeface="Times New Roman" panose="02020603050405020304" pitchFamily="18" charset="0"/>
                        <a:cs typeface="Times New Roman" panose="02020603050405020304" pitchFamily="18" charset="0"/>
                      </a:endParaRP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eaLnBrk="1" fontAlgn="auto" latinLnBrk="0" hangingPunct="1">
                        <a:buNone/>
                      </a:pPr>
                      <a:r>
                        <a:rPr lang="en-US" sz="2000" b="0" i="0" u="none" strike="noStrike" dirty="0">
                          <a:effectLst/>
                          <a:latin typeface="Times New Roman" panose="02020603050405020304" pitchFamily="18" charset="0"/>
                          <a:cs typeface="Times New Roman" panose="02020603050405020304" pitchFamily="18" charset="0"/>
                        </a:rPr>
                        <a:t>2503A51L05</a:t>
                      </a: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rtl="0" eaLnBrk="1" fontAlgn="t" latinLnBrk="0" hangingPunct="1">
                        <a:buNone/>
                      </a:pPr>
                      <a:r>
                        <a:rPr lang="en-US" sz="2000" b="0" i="0" u="none" strike="noStrike" dirty="0">
                          <a:effectLst/>
                          <a:latin typeface="Times New Roman" panose="02020603050405020304" pitchFamily="18" charset="0"/>
                          <a:cs typeface="Times New Roman" panose="02020603050405020304" pitchFamily="18" charset="0"/>
                        </a:rPr>
                        <a:t>Sathya Sri Charan</a:t>
                      </a: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rtl="0" eaLnBrk="1" fontAlgn="t" latinLnBrk="0" hangingPunct="1">
                        <a:buNone/>
                      </a:pPr>
                      <a:r>
                        <a:rPr lang="en-US" sz="2000" b="0" i="0" u="none" strike="noStrike" kern="1200" dirty="0">
                          <a:solidFill>
                            <a:srgbClr val="000000"/>
                          </a:solidFill>
                          <a:effectLst/>
                          <a:latin typeface="Times New Roman" panose="02020603050405020304" pitchFamily="18" charset="0"/>
                          <a:cs typeface="Times New Roman" panose="02020603050405020304" pitchFamily="18" charset="0"/>
                        </a:rPr>
                        <a:t>Testing</a:t>
                      </a:r>
                      <a:endParaRPr lang="en-US" sz="2000" b="0" i="0" u="none" strike="noStrike" dirty="0">
                        <a:effectLst/>
                        <a:latin typeface="Times New Roman" panose="02020603050405020304" pitchFamily="18" charset="0"/>
                        <a:cs typeface="Times New Roman" panose="02020603050405020304" pitchFamily="18" charset="0"/>
                      </a:endParaRP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9639666"/>
                  </a:ext>
                </a:extLst>
              </a:tr>
              <a:tr h="365978">
                <a:tc>
                  <a:txBody>
                    <a:bodyPr/>
                    <a:lstStyle/>
                    <a:p>
                      <a:pPr algn="ctr" fontAlgn="t">
                        <a:buNone/>
                      </a:pPr>
                      <a:r>
                        <a:rPr lang="en-US" sz="2000" b="0" i="0" u="none" strike="noStrike" dirty="0">
                          <a:effectLst/>
                          <a:latin typeface="Times New Roman" panose="02020603050405020304" pitchFamily="18" charset="0"/>
                          <a:cs typeface="Times New Roman" panose="02020603050405020304" pitchFamily="18" charset="0"/>
                        </a:rPr>
                        <a:t>20</a:t>
                      </a: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t">
                        <a:buNone/>
                      </a:pPr>
                      <a:r>
                        <a:rPr lang="en-US" sz="2000" b="0" i="0" u="none" strike="noStrike" dirty="0">
                          <a:effectLst/>
                          <a:latin typeface="Times New Roman" panose="02020603050405020304" pitchFamily="18" charset="0"/>
                          <a:cs typeface="Times New Roman" panose="02020603050405020304" pitchFamily="18" charset="0"/>
                        </a:rPr>
                        <a:t>2503A51L33</a:t>
                      </a: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t">
                        <a:buNone/>
                      </a:pPr>
                      <a:r>
                        <a:rPr lang="en-US" sz="2000" b="0" i="0" u="none" strike="noStrike" dirty="0">
                          <a:effectLst/>
                          <a:latin typeface="Times New Roman" panose="02020603050405020304" pitchFamily="18" charset="0"/>
                          <a:cs typeface="Times New Roman" panose="02020603050405020304" pitchFamily="18" charset="0"/>
                        </a:rPr>
                        <a:t>Shiva</a:t>
                      </a: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t">
                        <a:buNone/>
                      </a:pPr>
                      <a:r>
                        <a:rPr lang="en-US" sz="2000" b="0" i="0" u="none" strike="noStrike" dirty="0">
                          <a:effectLst/>
                          <a:latin typeface="Times New Roman" panose="02020603050405020304" pitchFamily="18" charset="0"/>
                          <a:cs typeface="Times New Roman" panose="02020603050405020304" pitchFamily="18" charset="0"/>
                        </a:rPr>
                        <a:t>PPT Theory</a:t>
                      </a: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9663466"/>
                  </a:ext>
                </a:extLst>
              </a:tr>
              <a:tr h="365978">
                <a:tc>
                  <a:txBody>
                    <a:bodyPr/>
                    <a:lstStyle/>
                    <a:p>
                      <a:pPr marL="0" algn="ctr" rtl="0" eaLnBrk="1" fontAlgn="t" latinLnBrk="0" hangingPunct="1">
                        <a:buNone/>
                      </a:pPr>
                      <a:r>
                        <a:rPr lang="en-US" sz="2000" b="0" i="0" u="none" strike="noStrike" kern="1200" dirty="0">
                          <a:solidFill>
                            <a:srgbClr val="000000"/>
                          </a:solidFill>
                          <a:effectLst/>
                          <a:latin typeface="Times New Roman" panose="02020603050405020304" pitchFamily="18" charset="0"/>
                          <a:cs typeface="Times New Roman" panose="02020603050405020304" pitchFamily="18" charset="0"/>
                        </a:rPr>
                        <a:t>19</a:t>
                      </a:r>
                      <a:endParaRPr lang="en-US" sz="2000" b="0" i="0" u="none" strike="noStrike" dirty="0">
                        <a:effectLst/>
                        <a:latin typeface="Times New Roman" panose="02020603050405020304" pitchFamily="18" charset="0"/>
                        <a:cs typeface="Times New Roman" panose="02020603050405020304" pitchFamily="18" charset="0"/>
                      </a:endParaRP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ctr" rtl="0" eaLnBrk="1" fontAlgn="auto" latinLnBrk="0" hangingPunct="1">
                        <a:buNone/>
                      </a:pPr>
                      <a:r>
                        <a:rPr lang="en-US" sz="2000" b="0" i="0" u="none" strike="noStrike" dirty="0">
                          <a:effectLst/>
                          <a:latin typeface="Times New Roman" panose="02020603050405020304" pitchFamily="18" charset="0"/>
                          <a:cs typeface="Times New Roman" panose="02020603050405020304" pitchFamily="18" charset="0"/>
                        </a:rPr>
                        <a:t>2503A51L06</a:t>
                      </a: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rtl="0" eaLnBrk="1" fontAlgn="t" latinLnBrk="0" hangingPunct="1">
                        <a:buNone/>
                      </a:pPr>
                      <a:r>
                        <a:rPr lang="en-US" sz="2000" b="0" i="0" u="none" strike="noStrike" dirty="0">
                          <a:effectLst/>
                          <a:latin typeface="Times New Roman" panose="02020603050405020304" pitchFamily="18" charset="0"/>
                          <a:cs typeface="Times New Roman" panose="02020603050405020304" pitchFamily="18" charset="0"/>
                        </a:rPr>
                        <a:t>Nagamrutha </a:t>
                      </a: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rtl="0" eaLnBrk="1" fontAlgn="t" latinLnBrk="0" hangingPunct="1">
                        <a:buNone/>
                      </a:pPr>
                      <a:r>
                        <a:rPr lang="en-US" sz="2000" b="0" i="0" u="none" strike="noStrike" dirty="0">
                          <a:effectLst/>
                          <a:latin typeface="Times New Roman" panose="02020603050405020304" pitchFamily="18" charset="0"/>
                          <a:cs typeface="Times New Roman" panose="02020603050405020304" pitchFamily="18" charset="0"/>
                        </a:rPr>
                        <a:t>PPT</a:t>
                      </a:r>
                    </a:p>
                  </a:txBody>
                  <a:tcPr marL="90241" marR="90241" marT="45121" marB="4512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0915404"/>
                  </a:ext>
                </a:extLst>
              </a:tr>
            </a:tbl>
          </a:graphicData>
        </a:graphic>
      </p:graphicFrame>
      <p:sp>
        <p:nvSpPr>
          <p:cNvPr id="18" name="Slide Number Placeholder 17">
            <a:extLst>
              <a:ext uri="{FF2B5EF4-FFF2-40B4-BE49-F238E27FC236}">
                <a16:creationId xmlns:a16="http://schemas.microsoft.com/office/drawing/2014/main" id="{9CE9B64B-6178-47C5-5DCE-E82C7A22F455}"/>
              </a:ext>
            </a:extLst>
          </p:cNvPr>
          <p:cNvSpPr>
            <a:spLocks noGrp="1"/>
          </p:cNvSpPr>
          <p:nvPr>
            <p:ph type="sldNum" sz="quarter" idx="11"/>
          </p:nvPr>
        </p:nvSpPr>
        <p:spPr/>
        <p:txBody>
          <a:bodyPr/>
          <a:lstStyle/>
          <a:p>
            <a:fld id="{AF0DB371-22FE-4529-B1E6-42D389836D82}" type="slidenum">
              <a:rPr lang="en-US" smtClean="0"/>
              <a:t>2</a:t>
            </a:fld>
            <a:endParaRPr lang="en-US"/>
          </a:p>
        </p:txBody>
      </p:sp>
      <p:sp>
        <p:nvSpPr>
          <p:cNvPr id="19" name="Rectangle: Rounded Corners 18">
            <a:extLst>
              <a:ext uri="{FF2B5EF4-FFF2-40B4-BE49-F238E27FC236}">
                <a16:creationId xmlns:a16="http://schemas.microsoft.com/office/drawing/2014/main" id="{8AE7AC72-27CE-531D-3B25-296DBDBF8A00}"/>
              </a:ext>
            </a:extLst>
          </p:cNvPr>
          <p:cNvSpPr/>
          <p:nvPr/>
        </p:nvSpPr>
        <p:spPr>
          <a:xfrm>
            <a:off x="8176437" y="467839"/>
            <a:ext cx="4015563" cy="7623535"/>
          </a:xfrm>
          <a:prstGeom prst="roundRect">
            <a:avLst>
              <a:gd name="adj" fmla="val 33848"/>
            </a:avLst>
          </a:prstGeom>
          <a:blipFill dpi="0" rotWithShape="1">
            <a:blip r:embed="rId3"/>
            <a:srcRect/>
            <a:stretch>
              <a:fillRect t="-15000" b="23000"/>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5720258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childTnLst>
                          </p:cTn>
                        </p:par>
                        <p:par>
                          <p:cTn id="20" fill="hold">
                            <p:stCondLst>
                              <p:cond delay="500"/>
                            </p:stCondLst>
                            <p:childTnLst>
                              <p:par>
                                <p:cTn id="21" presetID="16" presetClass="entr" presetSubtype="37" fill="hold"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barn(outVertical)">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72C4F-8486-2E79-F7F4-43E9239447F1}"/>
            </a:ext>
          </a:extLst>
        </p:cNvPr>
        <p:cNvGrpSpPr/>
        <p:nvPr/>
      </p:nvGrpSpPr>
      <p:grpSpPr>
        <a:xfrm>
          <a:off x="0" y="0"/>
          <a:ext cx="0" cy="0"/>
          <a:chOff x="0" y="0"/>
          <a:chExt cx="0" cy="0"/>
        </a:xfrm>
      </p:grpSpPr>
      <p:pic>
        <p:nvPicPr>
          <p:cNvPr id="10" name="PixVerse_V5_Image_Text_360P_earth_should_be_ro">
            <a:hlinkClick r:id="" action="ppaction://media"/>
            <a:extLst>
              <a:ext uri="{FF2B5EF4-FFF2-40B4-BE49-F238E27FC236}">
                <a16:creationId xmlns:a16="http://schemas.microsoft.com/office/drawing/2014/main" id="{4C4B7DFB-0B99-A18C-AE07-9A49DA07A155}"/>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t="13724" b="32629"/>
          <a:stretch>
            <a:fillRect/>
          </a:stretch>
        </p:blipFill>
        <p:spPr>
          <a:xfrm>
            <a:off x="-94163" y="-27589"/>
            <a:ext cx="12286163" cy="3625113"/>
          </a:xfrm>
          <a:prstGeom prst="rect">
            <a:avLst/>
          </a:prstGeom>
        </p:spPr>
      </p:pic>
      <p:sp>
        <p:nvSpPr>
          <p:cNvPr id="3" name="Text 0">
            <a:extLst>
              <a:ext uri="{FF2B5EF4-FFF2-40B4-BE49-F238E27FC236}">
                <a16:creationId xmlns:a16="http://schemas.microsoft.com/office/drawing/2014/main" id="{A69ABEA8-630D-72B9-7E32-24061225969D}"/>
              </a:ext>
            </a:extLst>
          </p:cNvPr>
          <p:cNvSpPr/>
          <p:nvPr/>
        </p:nvSpPr>
        <p:spPr>
          <a:xfrm>
            <a:off x="584791" y="3233354"/>
            <a:ext cx="7822407" cy="47248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3708"/>
              </a:lnSpc>
              <a:buNone/>
            </a:pPr>
            <a:r>
              <a:rPr lang="en-US" sz="2958" b="1" dirty="0">
                <a:solidFill>
                  <a:srgbClr val="000000"/>
                </a:solidFill>
                <a:latin typeface="Times New Roman" panose="02020603050405020304" pitchFamily="18" charset="0"/>
                <a:ea typeface="Inter Bold" pitchFamily="34" charset="-122"/>
                <a:cs typeface="Times New Roman" panose="02020603050405020304" pitchFamily="18" charset="0"/>
              </a:rPr>
              <a:t>Project Aim: Democratizing Data Analytics</a:t>
            </a:r>
            <a:endParaRPr lang="en-US" sz="2958" dirty="0">
              <a:latin typeface="Times New Roman" panose="02020603050405020304" pitchFamily="18" charset="0"/>
              <a:cs typeface="Times New Roman" panose="02020603050405020304" pitchFamily="18" charset="0"/>
            </a:endParaRPr>
          </a:p>
        </p:txBody>
      </p:sp>
      <p:sp>
        <p:nvSpPr>
          <p:cNvPr id="4" name="Text 1">
            <a:extLst>
              <a:ext uri="{FF2B5EF4-FFF2-40B4-BE49-F238E27FC236}">
                <a16:creationId xmlns:a16="http://schemas.microsoft.com/office/drawing/2014/main" id="{1B814EC7-45E7-6ED8-0701-235DC7A792E9}"/>
              </a:ext>
            </a:extLst>
          </p:cNvPr>
          <p:cNvSpPr/>
          <p:nvPr/>
        </p:nvSpPr>
        <p:spPr>
          <a:xfrm>
            <a:off x="584791" y="3871687"/>
            <a:ext cx="10653823" cy="1795562"/>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just">
              <a:lnSpc>
                <a:spcPct val="150000"/>
              </a:lnSpc>
              <a:buNone/>
            </a:pPr>
            <a:r>
              <a:rPr lang="en-US" sz="1800" dirty="0">
                <a:solidFill>
                  <a:srgbClr val="272525"/>
                </a:solidFill>
                <a:latin typeface="Times New Roman" panose="02020603050405020304" pitchFamily="18" charset="0"/>
                <a:ea typeface="Inter" pitchFamily="34" charset="-122"/>
                <a:cs typeface="Times New Roman" panose="02020603050405020304" pitchFamily="18" charset="0"/>
              </a:rPr>
              <a:t>The primary aim of this project is to develop an interactive, no-code data analytics dashboard. This platform empowers users to upload datasets in diverse formats, including CSV, JSON, and Excel, facilitating automated Exploratory Data Analysis (EDA), dynamic visualisations, Key Performance Indicator (KPI) generation, and comprehensive PDF reporting. Crucially, it ensures high performance through intelligent row sampling, visualising only 1000 rows when datasets exceed this limit, thereby maintaining responsiveness for large data volumes.</a:t>
            </a:r>
            <a:endParaRPr lang="en-US" sz="18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1E994036-10D6-251E-CAE5-DE8490A7D387}"/>
              </a:ext>
            </a:extLst>
          </p:cNvPr>
          <p:cNvSpPr>
            <a:spLocks noGrp="1"/>
          </p:cNvSpPr>
          <p:nvPr>
            <p:ph type="sldNum" sz="quarter" idx="11"/>
          </p:nvPr>
        </p:nvSpPr>
        <p:spPr/>
        <p:txBody>
          <a:bodyPr/>
          <a:lstStyle/>
          <a:p>
            <a:fld id="{AF0DB371-22FE-4529-B1E6-42D389836D82}" type="slidenum">
              <a:rPr lang="en-US" smtClean="0"/>
              <a:t>3</a:t>
            </a:fld>
            <a:endParaRPr lang="en-US"/>
          </a:p>
        </p:txBody>
      </p:sp>
    </p:spTree>
    <p:extLst>
      <p:ext uri="{BB962C8B-B14F-4D97-AF65-F5344CB8AC3E}">
        <p14:creationId xmlns:p14="http://schemas.microsoft.com/office/powerpoint/2010/main" val="871198188"/>
      </p:ext>
    </p:extLst>
  </p:cSld>
  <p:clrMapOvr>
    <a:masterClrMapping/>
  </p:clrMapOvr>
  <mc:AlternateContent xmlns:mc="http://schemas.openxmlformats.org/markup-compatibility/2006">
    <mc:Choice xmlns:p15="http://schemas.microsoft.com/office/powerpoint/2012/main" Requires="p15">
      <p:transition spd="med">
        <p15:prstTrans prst="pageCurlDoubl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42" fill="hold"/>
                                        <p:tgtEl>
                                          <p:spTgt spid="10"/>
                                        </p:tgtEl>
                                      </p:cBhvr>
                                    </p:cmd>
                                  </p:childTnLst>
                                </p:cTn>
                              </p:par>
                              <p:par>
                                <p:cTn id="7" presetID="53" presetClass="entr" presetSubtype="16" fill="hold" grpId="0" nodeType="withEffect">
                                  <p:stCondLst>
                                    <p:cond delay="500"/>
                                  </p:stCondLst>
                                  <p:childTnLst>
                                    <p:set>
                                      <p:cBhvr>
                                        <p:cTn id="8" dur="1" fill="hold">
                                          <p:stCondLst>
                                            <p:cond delay="0"/>
                                          </p:stCondLst>
                                        </p:cTn>
                                        <p:tgtEl>
                                          <p:spTgt spid="4"/>
                                        </p:tgtEl>
                                        <p:attrNameLst>
                                          <p:attrName>style.visibility</p:attrName>
                                        </p:attrNameLst>
                                      </p:cBhvr>
                                      <p:to>
                                        <p:strVal val="visible"/>
                                      </p:to>
                                    </p:set>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fltVal val="0"/>
                                          </p:val>
                                        </p:tav>
                                        <p:tav tm="100000">
                                          <p:val>
                                            <p:strVal val="#ppt_h"/>
                                          </p:val>
                                        </p:tav>
                                      </p:tavLst>
                                    </p:anim>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remove" display="0">
                  <p:stCondLst>
                    <p:cond delay="indefinite"/>
                  </p:stCondLst>
                </p:cTn>
                <p:tgtEl>
                  <p:spTgt spid="10"/>
                </p:tgtEl>
              </p:cMediaNode>
            </p:video>
            <p:seq concurrent="1" nextAc="seek">
              <p:cTn id="13" restart="whenNotActive" fill="hold" evtFilter="cancelBubble" nodeType="interactiveSeq">
                <p:stCondLst>
                  <p:cond evt="onClick" delay="0">
                    <p:tgtEl>
                      <p:spTgt spid="10"/>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10"/>
                                        </p:tgtEl>
                                      </p:cBhvr>
                                    </p:cmd>
                                  </p:childTnLst>
                                </p:cTn>
                              </p:par>
                            </p:childTnLst>
                          </p:cTn>
                        </p:par>
                      </p:childTnLst>
                    </p:cTn>
                  </p:par>
                </p:childTnLst>
              </p:cTn>
              <p:nextCondLst>
                <p:cond evt="onClick" delay="0">
                  <p:tgtEl>
                    <p:spTgt spid="10"/>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5494480" y="791208"/>
            <a:ext cx="5522417" cy="47248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3708"/>
              </a:lnSpc>
              <a:buNone/>
            </a:pPr>
            <a:r>
              <a:rPr lang="en-US" sz="2958" b="1" dirty="0">
                <a:solidFill>
                  <a:srgbClr val="000000"/>
                </a:solidFill>
                <a:latin typeface="Times New Roman" panose="02020603050405020304" pitchFamily="18" charset="0"/>
                <a:ea typeface="Inter Bold" pitchFamily="34" charset="-122"/>
                <a:cs typeface="Times New Roman" panose="02020603050405020304" pitchFamily="18" charset="0"/>
              </a:rPr>
              <a:t>Introduction to DataViz Studio</a:t>
            </a:r>
            <a:endParaRPr lang="en-US" sz="2958" dirty="0">
              <a:latin typeface="Times New Roman" panose="02020603050405020304" pitchFamily="18" charset="0"/>
            </a:endParaRPr>
          </a:p>
        </p:txBody>
      </p:sp>
      <p:sp>
        <p:nvSpPr>
          <p:cNvPr id="5" name="Slide Number Placeholder 4">
            <a:extLst>
              <a:ext uri="{FF2B5EF4-FFF2-40B4-BE49-F238E27FC236}">
                <a16:creationId xmlns:a16="http://schemas.microsoft.com/office/drawing/2014/main" id="{44A23D3E-1223-6155-F644-11A9E83EB23E}"/>
              </a:ext>
            </a:extLst>
          </p:cNvPr>
          <p:cNvSpPr>
            <a:spLocks noGrp="1"/>
          </p:cNvSpPr>
          <p:nvPr>
            <p:ph type="sldNum" sz="quarter" idx="11"/>
          </p:nvPr>
        </p:nvSpPr>
        <p:spPr/>
        <p:txBody>
          <a:bodyPr/>
          <a:lstStyle/>
          <a:p>
            <a:fld id="{AF0DB371-22FE-4529-B1E6-42D389836D82}" type="slidenum">
              <a:rPr lang="en-US" smtClean="0"/>
              <a:t>4</a:t>
            </a:fld>
            <a:endParaRPr lang="en-US"/>
          </a:p>
        </p:txBody>
      </p:sp>
      <p:sp>
        <p:nvSpPr>
          <p:cNvPr id="10" name="TextBox 9">
            <a:extLst>
              <a:ext uri="{FF2B5EF4-FFF2-40B4-BE49-F238E27FC236}">
                <a16:creationId xmlns:a16="http://schemas.microsoft.com/office/drawing/2014/main" id="{1E740260-7689-FC17-3530-821DA258501F}"/>
              </a:ext>
            </a:extLst>
          </p:cNvPr>
          <p:cNvSpPr txBox="1"/>
          <p:nvPr/>
        </p:nvSpPr>
        <p:spPr>
          <a:xfrm>
            <a:off x="4815565" y="1354853"/>
            <a:ext cx="7156696" cy="5001497"/>
          </a:xfrm>
          <a:prstGeom prst="rect">
            <a:avLst/>
          </a:prstGeom>
          <a:noFill/>
        </p:spPr>
        <p:txBody>
          <a:bodyPr wrap="square">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Georgia Pro" panose="02040502050405020303" pitchFamily="18" charset="0"/>
              </a:rPr>
              <a:t>DataViz Studio is a </a:t>
            </a:r>
            <a:r>
              <a:rPr kumimoji="0" lang="en-US" altLang="en-US" sz="1800" b="0" i="0" u="none" strike="noStrike" cap="none" normalizeH="0" baseline="0" dirty="0" err="1">
                <a:ln>
                  <a:noFill/>
                </a:ln>
                <a:solidFill>
                  <a:schemeClr val="tx1"/>
                </a:solidFill>
                <a:effectLst/>
                <a:latin typeface="Georgia Pro" panose="02040502050405020303" pitchFamily="18" charset="0"/>
              </a:rPr>
              <a:t>Streamlit</a:t>
            </a:r>
            <a:r>
              <a:rPr kumimoji="0" lang="en-US" altLang="en-US" sz="1800" b="0" i="0" u="none" strike="noStrike" cap="none" normalizeH="0" baseline="0" dirty="0">
                <a:ln>
                  <a:noFill/>
                </a:ln>
                <a:solidFill>
                  <a:schemeClr val="tx1"/>
                </a:solidFill>
                <a:effectLst/>
                <a:latin typeface="Georgia Pro" panose="02040502050405020303" pitchFamily="18" charset="0"/>
              </a:rPr>
              <a:t>-based web dashboard for easy data exploration without coding.</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Georgia Pro" panose="02040502050405020303" pitchFamily="18" charset="0"/>
              </a:rPr>
              <a:t>Supports uploading datasets in CSV, JSON, and XLSX formats.</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Georgia Pro" panose="02040502050405020303" pitchFamily="18" charset="0"/>
              </a:rPr>
              <a:t>Automatically detects data types and generates useful KPIs.</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Georgia Pro" panose="02040502050405020303" pitchFamily="18" charset="0"/>
              </a:rPr>
              <a:t>Creates meaningful </a:t>
            </a:r>
            <a:r>
              <a:rPr kumimoji="0" lang="en-US" altLang="en-US" sz="1800" b="0" i="0" u="none" strike="noStrike" cap="none" normalizeH="0" baseline="0" dirty="0" err="1">
                <a:ln>
                  <a:noFill/>
                </a:ln>
                <a:solidFill>
                  <a:schemeClr val="tx1"/>
                </a:solidFill>
                <a:effectLst/>
                <a:latin typeface="Georgia Pro" panose="02040502050405020303" pitchFamily="18" charset="0"/>
              </a:rPr>
              <a:t>visualisations</a:t>
            </a:r>
            <a:r>
              <a:rPr kumimoji="0" lang="en-US" altLang="en-US" sz="1800" b="0" i="0" u="none" strike="noStrike" cap="none" normalizeH="0" baseline="0" dirty="0">
                <a:ln>
                  <a:noFill/>
                </a:ln>
                <a:solidFill>
                  <a:schemeClr val="tx1"/>
                </a:solidFill>
                <a:effectLst/>
                <a:latin typeface="Georgia Pro" panose="02040502050405020303" pitchFamily="18" charset="0"/>
              </a:rPr>
              <a:t> and calculates correlation metrics.</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Georgia Pro" panose="02040502050405020303" pitchFamily="18" charset="0"/>
              </a:rPr>
              <a:t>Uses smart sampling to handle large datasets smoothly and fast.</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Georgia Pro" panose="02040502050405020303" pitchFamily="18" charset="0"/>
              </a:rPr>
              <a:t>Ensures efficient performance even with heavy Matplotlib </a:t>
            </a:r>
            <a:r>
              <a:rPr kumimoji="0" lang="en-US" altLang="en-US" sz="1800" b="0" i="0" u="none" strike="noStrike" cap="none" normalizeH="0" baseline="0" dirty="0" err="1">
                <a:ln>
                  <a:noFill/>
                </a:ln>
                <a:solidFill>
                  <a:schemeClr val="tx1"/>
                </a:solidFill>
                <a:effectLst/>
                <a:latin typeface="Georgia Pro" panose="02040502050405020303" pitchFamily="18" charset="0"/>
              </a:rPr>
              <a:t>visualisation</a:t>
            </a:r>
            <a:r>
              <a:rPr kumimoji="0" lang="en-US" altLang="en-US" sz="1800" b="0" i="0" u="none" strike="noStrike" cap="none" normalizeH="0" baseline="0" dirty="0">
                <a:ln>
                  <a:noFill/>
                </a:ln>
                <a:solidFill>
                  <a:schemeClr val="tx1"/>
                </a:solidFill>
                <a:effectLst/>
                <a:latin typeface="Georgia Pro" panose="02040502050405020303" pitchFamily="18" charset="0"/>
              </a:rPr>
              <a:t>.</a:t>
            </a:r>
          </a:p>
        </p:txBody>
      </p:sp>
      <p:pic>
        <p:nvPicPr>
          <p:cNvPr id="11" name="PixVerse_V5_Image_Text_360P_the_image_should_b (1)">
            <a:hlinkClick r:id="" action="ppaction://media"/>
            <a:extLst>
              <a:ext uri="{FF2B5EF4-FFF2-40B4-BE49-F238E27FC236}">
                <a16:creationId xmlns:a16="http://schemas.microsoft.com/office/drawing/2014/main" id="{837745D4-EAB5-517A-EEB6-D5B1D7ACAC5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20623" y="-633107"/>
            <a:ext cx="5056498" cy="7491107"/>
          </a:xfrm>
          <a:prstGeom prst="rect">
            <a:avLst/>
          </a:prstGeom>
        </p:spPr>
      </p:pic>
    </p:spTree>
    <p:extLst>
      <p:ext uri="{BB962C8B-B14F-4D97-AF65-F5344CB8AC3E}">
        <p14:creationId xmlns:p14="http://schemas.microsoft.com/office/powerpoint/2010/main" val="2788507727"/>
      </p:ext>
    </p:extLst>
  </p:cSld>
  <p:clrMapOvr>
    <a:masterClrMapping/>
  </p:clrMapOvr>
  <mc:AlternateContent xmlns:mc="http://schemas.openxmlformats.org/markup-compatibility/2006">
    <mc:Choice xmlns:p15="http://schemas.microsoft.com/office/powerpoint/2012/main" Requires="p15">
      <p:transition spd="med">
        <p15:prstTrans prst="pageCurlDoubl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42" fill="hold"/>
                                        <p:tgtEl>
                                          <p:spTgt spid="11"/>
                                        </p:tgtEl>
                                      </p:cBhvr>
                                    </p:cmd>
                                  </p:childTnLst>
                                </p:cTn>
                              </p:par>
                              <p:par>
                                <p:cTn id="7" presetID="2" presetClass="entr" presetSubtype="4" fill="hold" grpId="0" nodeType="withEffect">
                                  <p:stCondLst>
                                    <p:cond delay="250"/>
                                  </p:stCondLst>
                                  <p:childTnLst>
                                    <p:set>
                                      <p:cBhvr>
                                        <p:cTn id="8" dur="1" fill="hold">
                                          <p:stCondLst>
                                            <p:cond delay="0"/>
                                          </p:stCondLst>
                                        </p:cTn>
                                        <p:tgtEl>
                                          <p:spTgt spid="10">
                                            <p:txEl>
                                              <p:pRg st="0" end="0"/>
                                            </p:txEl>
                                          </p:spTgt>
                                        </p:tgtEl>
                                        <p:attrNameLst>
                                          <p:attrName>style.visibility</p:attrName>
                                        </p:attrNameLst>
                                      </p:cBhvr>
                                      <p:to>
                                        <p:strVal val="visible"/>
                                      </p:to>
                                    </p:set>
                                    <p:anim calcmode="lin" valueType="num">
                                      <p:cBhvr additive="base">
                                        <p:cTn id="9"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0"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11" presetID="2" presetClass="entr" presetSubtype="4" fill="hold" grpId="0" nodeType="withEffect">
                                  <p:stCondLst>
                                    <p:cond delay="25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250"/>
                                  </p:stCondLst>
                                  <p:childTnLst>
                                    <p:set>
                                      <p:cBhvr>
                                        <p:cTn id="16" dur="1" fill="hold">
                                          <p:stCondLst>
                                            <p:cond delay="0"/>
                                          </p:stCondLst>
                                        </p:cTn>
                                        <p:tgtEl>
                                          <p:spTgt spid="10">
                                            <p:txEl>
                                              <p:pRg st="2" end="2"/>
                                            </p:txEl>
                                          </p:spTgt>
                                        </p:tgtEl>
                                        <p:attrNameLst>
                                          <p:attrName>style.visibility</p:attrName>
                                        </p:attrNameLst>
                                      </p:cBhvr>
                                      <p:to>
                                        <p:strVal val="visible"/>
                                      </p:to>
                                    </p:set>
                                    <p:anim calcmode="lin" valueType="num">
                                      <p:cBhvr additive="base">
                                        <p:cTn id="17"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250"/>
                                  </p:stCondLst>
                                  <p:childTnLst>
                                    <p:set>
                                      <p:cBhvr>
                                        <p:cTn id="20" dur="1" fill="hold">
                                          <p:stCondLst>
                                            <p:cond delay="0"/>
                                          </p:stCondLst>
                                        </p:cTn>
                                        <p:tgtEl>
                                          <p:spTgt spid="10">
                                            <p:txEl>
                                              <p:pRg st="3" end="3"/>
                                            </p:txEl>
                                          </p:spTgt>
                                        </p:tgtEl>
                                        <p:attrNameLst>
                                          <p:attrName>style.visibility</p:attrName>
                                        </p:attrNameLst>
                                      </p:cBhvr>
                                      <p:to>
                                        <p:strVal val="visible"/>
                                      </p:to>
                                    </p:set>
                                    <p:anim calcmode="lin" valueType="num">
                                      <p:cBhvr additive="base">
                                        <p:cTn id="21"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250"/>
                                  </p:stCondLst>
                                  <p:childTnLst>
                                    <p:set>
                                      <p:cBhvr>
                                        <p:cTn id="24" dur="1" fill="hold">
                                          <p:stCondLst>
                                            <p:cond delay="0"/>
                                          </p:stCondLst>
                                        </p:cTn>
                                        <p:tgtEl>
                                          <p:spTgt spid="10">
                                            <p:txEl>
                                              <p:pRg st="4" end="4"/>
                                            </p:txEl>
                                          </p:spTgt>
                                        </p:tgtEl>
                                        <p:attrNameLst>
                                          <p:attrName>style.visibility</p:attrName>
                                        </p:attrNameLst>
                                      </p:cBhvr>
                                      <p:to>
                                        <p:strVal val="visible"/>
                                      </p:to>
                                    </p:set>
                                    <p:anim calcmode="lin" valueType="num">
                                      <p:cBhvr additive="base">
                                        <p:cTn id="25"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250"/>
                                  </p:stCondLst>
                                  <p:childTnLst>
                                    <p:set>
                                      <p:cBhvr>
                                        <p:cTn id="28" dur="1" fill="hold">
                                          <p:stCondLst>
                                            <p:cond delay="0"/>
                                          </p:stCondLst>
                                        </p:cTn>
                                        <p:tgtEl>
                                          <p:spTgt spid="10">
                                            <p:txEl>
                                              <p:pRg st="5" end="5"/>
                                            </p:txEl>
                                          </p:spTgt>
                                        </p:tgtEl>
                                        <p:attrNameLst>
                                          <p:attrName>style.visibility</p:attrName>
                                        </p:attrNameLst>
                                      </p:cBhvr>
                                      <p:to>
                                        <p:strVal val="visible"/>
                                      </p:to>
                                    </p:set>
                                    <p:anim calcmode="lin" valueType="num">
                                      <p:cBhvr additive="base">
                                        <p:cTn id="29"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31" fill="remove" display="0">
                  <p:stCondLst>
                    <p:cond delay="indefinite"/>
                  </p:stCondLst>
                </p:cTn>
                <p:tgtEl>
                  <p:spTgt spid="11"/>
                </p:tgtEl>
              </p:cMediaNode>
            </p:video>
            <p:seq concurrent="1" nextAc="seek">
              <p:cTn id="32" restart="whenNotActive" fill="hold" evtFilter="cancelBubble" nodeType="interactiveSeq">
                <p:stCondLst>
                  <p:cond evt="onClick" delay="0">
                    <p:tgtEl>
                      <p:spTgt spid="11"/>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11"/>
                                        </p:tgtEl>
                                      </p:cBhvr>
                                    </p:cmd>
                                  </p:childTnLst>
                                </p:cTn>
                              </p:par>
                            </p:childTnLst>
                          </p:cTn>
                        </p:par>
                      </p:childTnLst>
                    </p:cTn>
                  </p:par>
                </p:childTnLst>
              </p:cTn>
              <p:nextCondLst>
                <p:cond evt="onClick" delay="0">
                  <p:tgtEl>
                    <p:spTgt spid="11"/>
                  </p:tgtEl>
                </p:cond>
              </p:nextCondLst>
            </p:seq>
          </p:childTnLst>
        </p:cTn>
      </p:par>
    </p:tnLst>
    <p:bldLst>
      <p:bldP spid="10"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92" y="651173"/>
            <a:ext cx="6443762" cy="47248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3708"/>
              </a:lnSpc>
              <a:buNone/>
            </a:pPr>
            <a:r>
              <a:rPr lang="en-US" sz="2958" b="1" dirty="0">
                <a:solidFill>
                  <a:srgbClr val="000000"/>
                </a:solidFill>
                <a:latin typeface="Times New Roman" panose="02020603050405020304" pitchFamily="18" charset="0"/>
                <a:ea typeface="Inter Bold" pitchFamily="34" charset="-122"/>
                <a:cs typeface="Times New Roman" panose="02020603050405020304" pitchFamily="18" charset="0"/>
              </a:rPr>
              <a:t>Key Features and Project Overview</a:t>
            </a:r>
            <a:endParaRPr lang="en-US" sz="2958" dirty="0">
              <a:latin typeface="Times New Roman" panose="02020603050405020304" pitchFamily="18" charset="0"/>
              <a:cs typeface="Times New Roman" panose="02020603050405020304" pitchFamily="18" charset="0"/>
            </a:endParaRPr>
          </a:p>
        </p:txBody>
      </p:sp>
      <p:sp>
        <p:nvSpPr>
          <p:cNvPr id="3" name="Shape 1"/>
          <p:cNvSpPr/>
          <p:nvPr/>
        </p:nvSpPr>
        <p:spPr>
          <a:xfrm>
            <a:off x="661492" y="1501676"/>
            <a:ext cx="5339953" cy="1442343"/>
          </a:xfrm>
          <a:prstGeom prst="roundRect">
            <a:avLst>
              <a:gd name="adj" fmla="val 8453"/>
            </a:avLst>
          </a:prstGeom>
          <a:solidFill>
            <a:srgbClr val="FFFFFF"/>
          </a:solidFill>
          <a:ln w="30480">
            <a:solidFill>
              <a:srgbClr val="C0C1D7"/>
            </a:solidFill>
            <a:prstDash val="solid"/>
          </a:ln>
        </p:spPr>
        <p:txBody>
          <a:bodyPr/>
          <a:lstStyle/>
          <a:p>
            <a:endParaRPr lang="en-IN" dirty="0">
              <a:latin typeface="Georgia Pro" panose="02040502050405020303" pitchFamily="18" charset="0"/>
            </a:endParaRPr>
          </a:p>
        </p:txBody>
      </p:sp>
      <p:sp>
        <p:nvSpPr>
          <p:cNvPr id="4" name="Shape 2"/>
          <p:cNvSpPr/>
          <p:nvPr/>
        </p:nvSpPr>
        <p:spPr>
          <a:xfrm>
            <a:off x="636092" y="1501676"/>
            <a:ext cx="101600" cy="1442343"/>
          </a:xfrm>
          <a:prstGeom prst="roundRect">
            <a:avLst>
              <a:gd name="adj" fmla="val 78139"/>
            </a:avLst>
          </a:prstGeom>
          <a:solidFill>
            <a:srgbClr val="4950BC"/>
          </a:solidFill>
          <a:ln/>
        </p:spPr>
        <p:txBody>
          <a:bodyPr/>
          <a:lstStyle/>
          <a:p>
            <a:endParaRPr lang="en-IN" dirty="0">
              <a:latin typeface="Georgia Pro" panose="02040502050405020303" pitchFamily="18" charset="0"/>
            </a:endParaRPr>
          </a:p>
        </p:txBody>
      </p:sp>
      <p:sp>
        <p:nvSpPr>
          <p:cNvPr id="5" name="Text 3"/>
          <p:cNvSpPr/>
          <p:nvPr/>
        </p:nvSpPr>
        <p:spPr>
          <a:xfrm>
            <a:off x="952104" y="1716088"/>
            <a:ext cx="2383731"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Multi-Format Upload</a:t>
            </a:r>
            <a:endParaRPr lang="en-US" sz="1833" dirty="0">
              <a:latin typeface="Georgia Pro" panose="02040502050405020303" pitchFamily="18" charset="0"/>
            </a:endParaRPr>
          </a:p>
        </p:txBody>
      </p:sp>
      <p:sp>
        <p:nvSpPr>
          <p:cNvPr id="6" name="Text 4"/>
          <p:cNvSpPr/>
          <p:nvPr/>
        </p:nvSpPr>
        <p:spPr>
          <a:xfrm>
            <a:off x="952103" y="2124770"/>
            <a:ext cx="4834930" cy="30241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Seamlessly upload CSV, JSON, or Excel datasets.</a:t>
            </a:r>
            <a:endParaRPr lang="en-US" sz="1458" dirty="0">
              <a:latin typeface="Georgia Pro" panose="02040502050405020303" pitchFamily="18" charset="0"/>
            </a:endParaRPr>
          </a:p>
        </p:txBody>
      </p:sp>
      <p:sp>
        <p:nvSpPr>
          <p:cNvPr id="7" name="Shape 5"/>
          <p:cNvSpPr/>
          <p:nvPr/>
        </p:nvSpPr>
        <p:spPr>
          <a:xfrm>
            <a:off x="6190457" y="1501676"/>
            <a:ext cx="5340053" cy="1442343"/>
          </a:xfrm>
          <a:prstGeom prst="roundRect">
            <a:avLst>
              <a:gd name="adj" fmla="val 8453"/>
            </a:avLst>
          </a:prstGeom>
          <a:solidFill>
            <a:srgbClr val="FFFFFF"/>
          </a:solidFill>
          <a:ln w="30480">
            <a:solidFill>
              <a:srgbClr val="C0C1D7"/>
            </a:solidFill>
            <a:prstDash val="solid"/>
          </a:ln>
        </p:spPr>
        <p:txBody>
          <a:bodyPr/>
          <a:lstStyle/>
          <a:p>
            <a:endParaRPr lang="en-IN" dirty="0">
              <a:latin typeface="Georgia Pro" panose="02040502050405020303" pitchFamily="18" charset="0"/>
            </a:endParaRPr>
          </a:p>
        </p:txBody>
      </p:sp>
      <p:sp>
        <p:nvSpPr>
          <p:cNvPr id="8" name="Shape 6"/>
          <p:cNvSpPr/>
          <p:nvPr/>
        </p:nvSpPr>
        <p:spPr>
          <a:xfrm>
            <a:off x="6165056" y="1501676"/>
            <a:ext cx="101600" cy="1442343"/>
          </a:xfrm>
          <a:prstGeom prst="roundRect">
            <a:avLst>
              <a:gd name="adj" fmla="val 78139"/>
            </a:avLst>
          </a:prstGeom>
          <a:solidFill>
            <a:srgbClr val="4950BC"/>
          </a:solidFill>
          <a:ln/>
        </p:spPr>
        <p:txBody>
          <a:bodyPr/>
          <a:lstStyle/>
          <a:p>
            <a:endParaRPr lang="en-IN" dirty="0">
              <a:latin typeface="Georgia Pro" panose="02040502050405020303" pitchFamily="18" charset="0"/>
            </a:endParaRPr>
          </a:p>
        </p:txBody>
      </p:sp>
      <p:sp>
        <p:nvSpPr>
          <p:cNvPr id="9" name="Text 7"/>
          <p:cNvSpPr/>
          <p:nvPr/>
        </p:nvSpPr>
        <p:spPr>
          <a:xfrm>
            <a:off x="6481069" y="1716088"/>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Automated EDA</a:t>
            </a:r>
            <a:endParaRPr lang="en-US" sz="1833" dirty="0">
              <a:latin typeface="Georgia Pro" panose="02040502050405020303" pitchFamily="18" charset="0"/>
            </a:endParaRPr>
          </a:p>
        </p:txBody>
      </p:sp>
      <p:sp>
        <p:nvSpPr>
          <p:cNvPr id="10" name="Text 8"/>
          <p:cNvSpPr/>
          <p:nvPr/>
        </p:nvSpPr>
        <p:spPr>
          <a:xfrm>
            <a:off x="6481069" y="2124769"/>
            <a:ext cx="4835029" cy="60483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Gain quick insights with summary statistics and datatype detection.</a:t>
            </a:r>
            <a:endParaRPr lang="en-US" sz="1458" dirty="0">
              <a:latin typeface="Georgia Pro" panose="02040502050405020303" pitchFamily="18" charset="0"/>
            </a:endParaRPr>
          </a:p>
        </p:txBody>
      </p:sp>
      <p:sp>
        <p:nvSpPr>
          <p:cNvPr id="11" name="Shape 9"/>
          <p:cNvSpPr/>
          <p:nvPr/>
        </p:nvSpPr>
        <p:spPr>
          <a:xfrm>
            <a:off x="661492" y="3133031"/>
            <a:ext cx="5339953" cy="1442343"/>
          </a:xfrm>
          <a:prstGeom prst="roundRect">
            <a:avLst>
              <a:gd name="adj" fmla="val 8453"/>
            </a:avLst>
          </a:prstGeom>
          <a:solidFill>
            <a:srgbClr val="FFFFFF"/>
          </a:solidFill>
          <a:ln w="30480">
            <a:solidFill>
              <a:srgbClr val="C0C1D7"/>
            </a:solidFill>
            <a:prstDash val="solid"/>
          </a:ln>
        </p:spPr>
        <p:txBody>
          <a:bodyPr/>
          <a:lstStyle/>
          <a:p>
            <a:endParaRPr lang="en-IN" dirty="0">
              <a:latin typeface="Georgia Pro" panose="02040502050405020303" pitchFamily="18" charset="0"/>
            </a:endParaRPr>
          </a:p>
        </p:txBody>
      </p:sp>
      <p:sp>
        <p:nvSpPr>
          <p:cNvPr id="12" name="Shape 10"/>
          <p:cNvSpPr/>
          <p:nvPr/>
        </p:nvSpPr>
        <p:spPr>
          <a:xfrm>
            <a:off x="636092" y="3133031"/>
            <a:ext cx="101600" cy="1442343"/>
          </a:xfrm>
          <a:prstGeom prst="roundRect">
            <a:avLst>
              <a:gd name="adj" fmla="val 78139"/>
            </a:avLst>
          </a:prstGeom>
          <a:solidFill>
            <a:srgbClr val="4950BC"/>
          </a:solidFill>
          <a:ln/>
        </p:spPr>
        <p:txBody>
          <a:bodyPr/>
          <a:lstStyle/>
          <a:p>
            <a:endParaRPr lang="en-IN" dirty="0">
              <a:latin typeface="Georgia Pro" panose="02040502050405020303" pitchFamily="18" charset="0"/>
            </a:endParaRPr>
          </a:p>
        </p:txBody>
      </p:sp>
      <p:sp>
        <p:nvSpPr>
          <p:cNvPr id="13" name="Text 11"/>
          <p:cNvSpPr/>
          <p:nvPr/>
        </p:nvSpPr>
        <p:spPr>
          <a:xfrm>
            <a:off x="952104" y="3347443"/>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Diverse Charting</a:t>
            </a:r>
            <a:endParaRPr lang="en-US" sz="1833" dirty="0">
              <a:latin typeface="Georgia Pro" panose="02040502050405020303" pitchFamily="18" charset="0"/>
            </a:endParaRPr>
          </a:p>
        </p:txBody>
      </p:sp>
      <p:sp>
        <p:nvSpPr>
          <p:cNvPr id="14" name="Text 12"/>
          <p:cNvSpPr/>
          <p:nvPr/>
        </p:nvSpPr>
        <p:spPr>
          <a:xfrm>
            <a:off x="952103" y="3756124"/>
            <a:ext cx="4834930" cy="60483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Access multiple chart types: Bar, Line, Scatter, Histogram.</a:t>
            </a:r>
            <a:endParaRPr lang="en-US" sz="1458" dirty="0">
              <a:latin typeface="Georgia Pro" panose="02040502050405020303" pitchFamily="18" charset="0"/>
            </a:endParaRPr>
          </a:p>
        </p:txBody>
      </p:sp>
      <p:sp>
        <p:nvSpPr>
          <p:cNvPr id="15" name="Shape 13"/>
          <p:cNvSpPr/>
          <p:nvPr/>
        </p:nvSpPr>
        <p:spPr>
          <a:xfrm>
            <a:off x="6190457" y="3133031"/>
            <a:ext cx="5340053" cy="1442343"/>
          </a:xfrm>
          <a:prstGeom prst="roundRect">
            <a:avLst>
              <a:gd name="adj" fmla="val 8453"/>
            </a:avLst>
          </a:prstGeom>
          <a:solidFill>
            <a:srgbClr val="FFFFFF"/>
          </a:solidFill>
          <a:ln w="30480">
            <a:solidFill>
              <a:srgbClr val="C0C1D7"/>
            </a:solidFill>
            <a:prstDash val="solid"/>
          </a:ln>
        </p:spPr>
        <p:txBody>
          <a:bodyPr/>
          <a:lstStyle/>
          <a:p>
            <a:endParaRPr lang="en-IN" dirty="0">
              <a:latin typeface="Georgia Pro" panose="02040502050405020303" pitchFamily="18" charset="0"/>
            </a:endParaRPr>
          </a:p>
        </p:txBody>
      </p:sp>
      <p:sp>
        <p:nvSpPr>
          <p:cNvPr id="16" name="Shape 14"/>
          <p:cNvSpPr/>
          <p:nvPr/>
        </p:nvSpPr>
        <p:spPr>
          <a:xfrm>
            <a:off x="6165056" y="3133031"/>
            <a:ext cx="101600" cy="1442343"/>
          </a:xfrm>
          <a:prstGeom prst="roundRect">
            <a:avLst>
              <a:gd name="adj" fmla="val 78139"/>
            </a:avLst>
          </a:prstGeom>
          <a:solidFill>
            <a:srgbClr val="4950BC"/>
          </a:solidFill>
          <a:ln/>
        </p:spPr>
        <p:txBody>
          <a:bodyPr/>
          <a:lstStyle/>
          <a:p>
            <a:endParaRPr lang="en-IN" dirty="0">
              <a:latin typeface="Georgia Pro" panose="02040502050405020303" pitchFamily="18" charset="0"/>
            </a:endParaRPr>
          </a:p>
        </p:txBody>
      </p:sp>
      <p:sp>
        <p:nvSpPr>
          <p:cNvPr id="17" name="Text 15"/>
          <p:cNvSpPr/>
          <p:nvPr/>
        </p:nvSpPr>
        <p:spPr>
          <a:xfrm>
            <a:off x="6481069" y="3347443"/>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Intelligent Sampling</a:t>
            </a:r>
            <a:endParaRPr lang="en-US" sz="1833" dirty="0">
              <a:latin typeface="Georgia Pro" panose="02040502050405020303" pitchFamily="18" charset="0"/>
            </a:endParaRPr>
          </a:p>
        </p:txBody>
      </p:sp>
      <p:sp>
        <p:nvSpPr>
          <p:cNvPr id="18" name="Text 16"/>
          <p:cNvSpPr/>
          <p:nvPr/>
        </p:nvSpPr>
        <p:spPr>
          <a:xfrm>
            <a:off x="6481069" y="3756124"/>
            <a:ext cx="4835029" cy="60483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Automated sampling for large datasets, ensuring smooth visualisation (max 1000 rows).</a:t>
            </a:r>
            <a:endParaRPr lang="en-US" sz="1458" dirty="0">
              <a:latin typeface="Georgia Pro" panose="02040502050405020303" pitchFamily="18" charset="0"/>
            </a:endParaRPr>
          </a:p>
        </p:txBody>
      </p:sp>
      <p:sp>
        <p:nvSpPr>
          <p:cNvPr id="19" name="Shape 17"/>
          <p:cNvSpPr/>
          <p:nvPr/>
        </p:nvSpPr>
        <p:spPr>
          <a:xfrm>
            <a:off x="661492" y="4764385"/>
            <a:ext cx="5339953" cy="1442343"/>
          </a:xfrm>
          <a:prstGeom prst="roundRect">
            <a:avLst>
              <a:gd name="adj" fmla="val 8453"/>
            </a:avLst>
          </a:prstGeom>
          <a:solidFill>
            <a:srgbClr val="FFFFFF"/>
          </a:solidFill>
          <a:ln w="30480">
            <a:solidFill>
              <a:srgbClr val="C0C1D7"/>
            </a:solidFill>
            <a:prstDash val="solid"/>
          </a:ln>
        </p:spPr>
        <p:txBody>
          <a:bodyPr/>
          <a:lstStyle/>
          <a:p>
            <a:endParaRPr lang="en-IN" dirty="0">
              <a:latin typeface="Georgia Pro" panose="02040502050405020303" pitchFamily="18" charset="0"/>
            </a:endParaRPr>
          </a:p>
        </p:txBody>
      </p:sp>
      <p:sp>
        <p:nvSpPr>
          <p:cNvPr id="20" name="Shape 18"/>
          <p:cNvSpPr/>
          <p:nvPr/>
        </p:nvSpPr>
        <p:spPr>
          <a:xfrm>
            <a:off x="636092" y="4764385"/>
            <a:ext cx="101600" cy="1442343"/>
          </a:xfrm>
          <a:prstGeom prst="roundRect">
            <a:avLst>
              <a:gd name="adj" fmla="val 78139"/>
            </a:avLst>
          </a:prstGeom>
          <a:solidFill>
            <a:srgbClr val="4950BC"/>
          </a:solidFill>
          <a:ln/>
        </p:spPr>
        <p:txBody>
          <a:bodyPr/>
          <a:lstStyle/>
          <a:p>
            <a:endParaRPr lang="en-IN" dirty="0">
              <a:latin typeface="Georgia Pro" panose="02040502050405020303" pitchFamily="18" charset="0"/>
            </a:endParaRPr>
          </a:p>
        </p:txBody>
      </p:sp>
      <p:sp>
        <p:nvSpPr>
          <p:cNvPr id="21" name="Text 19"/>
          <p:cNvSpPr/>
          <p:nvPr/>
        </p:nvSpPr>
        <p:spPr>
          <a:xfrm>
            <a:off x="952104" y="4978797"/>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Correlation Analysis</a:t>
            </a:r>
            <a:endParaRPr lang="en-US" sz="1833" dirty="0">
              <a:latin typeface="Georgia Pro" panose="02040502050405020303" pitchFamily="18" charset="0"/>
            </a:endParaRPr>
          </a:p>
        </p:txBody>
      </p:sp>
      <p:sp>
        <p:nvSpPr>
          <p:cNvPr id="22" name="Text 20"/>
          <p:cNvSpPr/>
          <p:nvPr/>
        </p:nvSpPr>
        <p:spPr>
          <a:xfrm>
            <a:off x="952103" y="5387479"/>
            <a:ext cx="4834930" cy="60483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Generate informative correlation heatmaps for data relationships.</a:t>
            </a:r>
            <a:endParaRPr lang="en-US" sz="1458" dirty="0">
              <a:latin typeface="Georgia Pro" panose="02040502050405020303" pitchFamily="18" charset="0"/>
            </a:endParaRPr>
          </a:p>
        </p:txBody>
      </p:sp>
      <p:sp>
        <p:nvSpPr>
          <p:cNvPr id="23" name="Shape 21"/>
          <p:cNvSpPr/>
          <p:nvPr/>
        </p:nvSpPr>
        <p:spPr>
          <a:xfrm>
            <a:off x="6190457" y="4764385"/>
            <a:ext cx="5340053" cy="1442343"/>
          </a:xfrm>
          <a:prstGeom prst="roundRect">
            <a:avLst>
              <a:gd name="adj" fmla="val 8453"/>
            </a:avLst>
          </a:prstGeom>
          <a:solidFill>
            <a:srgbClr val="FFFFFF"/>
          </a:solidFill>
          <a:ln w="30480">
            <a:solidFill>
              <a:srgbClr val="C0C1D7"/>
            </a:solidFill>
            <a:prstDash val="solid"/>
          </a:ln>
        </p:spPr>
        <p:txBody>
          <a:bodyPr/>
          <a:lstStyle/>
          <a:p>
            <a:endParaRPr lang="en-IN" dirty="0">
              <a:latin typeface="Georgia Pro" panose="02040502050405020303" pitchFamily="18" charset="0"/>
            </a:endParaRPr>
          </a:p>
        </p:txBody>
      </p:sp>
      <p:sp>
        <p:nvSpPr>
          <p:cNvPr id="24" name="Shape 22"/>
          <p:cNvSpPr/>
          <p:nvPr/>
        </p:nvSpPr>
        <p:spPr>
          <a:xfrm>
            <a:off x="6165056" y="4764385"/>
            <a:ext cx="101600" cy="1442343"/>
          </a:xfrm>
          <a:prstGeom prst="roundRect">
            <a:avLst>
              <a:gd name="adj" fmla="val 78139"/>
            </a:avLst>
          </a:prstGeom>
          <a:solidFill>
            <a:srgbClr val="4950BC"/>
          </a:solidFill>
          <a:ln/>
        </p:spPr>
        <p:txBody>
          <a:bodyPr/>
          <a:lstStyle/>
          <a:p>
            <a:endParaRPr lang="en-IN" dirty="0">
              <a:latin typeface="Georgia Pro" panose="02040502050405020303" pitchFamily="18" charset="0"/>
            </a:endParaRPr>
          </a:p>
        </p:txBody>
      </p:sp>
      <p:sp>
        <p:nvSpPr>
          <p:cNvPr id="25" name="Text 23"/>
          <p:cNvSpPr/>
          <p:nvPr/>
        </p:nvSpPr>
        <p:spPr>
          <a:xfrm>
            <a:off x="6481069" y="4978797"/>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PDF Reporting</a:t>
            </a:r>
            <a:endParaRPr lang="en-US" sz="1833" dirty="0">
              <a:latin typeface="Georgia Pro" panose="02040502050405020303" pitchFamily="18" charset="0"/>
            </a:endParaRPr>
          </a:p>
        </p:txBody>
      </p:sp>
      <p:sp>
        <p:nvSpPr>
          <p:cNvPr id="26" name="Text 24"/>
          <p:cNvSpPr/>
          <p:nvPr/>
        </p:nvSpPr>
        <p:spPr>
          <a:xfrm>
            <a:off x="6481069" y="5387479"/>
            <a:ext cx="4835029" cy="60483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Export comprehensive reports with multiple visuals in PDF format.</a:t>
            </a:r>
            <a:endParaRPr lang="en-US" sz="1458" dirty="0">
              <a:latin typeface="Georgia Pro" panose="02040502050405020303" pitchFamily="18" charset="0"/>
            </a:endParaRPr>
          </a:p>
        </p:txBody>
      </p:sp>
      <p:sp>
        <p:nvSpPr>
          <p:cNvPr id="27" name="Slide Number Placeholder 26">
            <a:extLst>
              <a:ext uri="{FF2B5EF4-FFF2-40B4-BE49-F238E27FC236}">
                <a16:creationId xmlns:a16="http://schemas.microsoft.com/office/drawing/2014/main" id="{AA4A37E4-6865-EC4E-A9F4-93AB111D9E99}"/>
              </a:ext>
            </a:extLst>
          </p:cNvPr>
          <p:cNvSpPr>
            <a:spLocks noGrp="1"/>
          </p:cNvSpPr>
          <p:nvPr>
            <p:ph type="sldNum" sz="quarter" idx="11"/>
          </p:nvPr>
        </p:nvSpPr>
        <p:spPr/>
        <p:txBody>
          <a:bodyPr/>
          <a:lstStyle/>
          <a:p>
            <a:fld id="{AF0DB371-22FE-4529-B1E6-42D389836D82}" type="slidenum">
              <a:rPr lang="en-US" smtClean="0">
                <a:latin typeface="Georgia Pro" panose="02040502050405020303" pitchFamily="18" charset="0"/>
              </a:rPr>
              <a:t>5</a:t>
            </a:fld>
            <a:endParaRPr lang="en-US">
              <a:latin typeface="Georgia Pro" panose="02040502050405020303" pitchFamily="18" charset="0"/>
            </a:endParaRPr>
          </a:p>
        </p:txBody>
      </p:sp>
    </p:spTree>
    <p:extLst>
      <p:ext uri="{BB962C8B-B14F-4D97-AF65-F5344CB8AC3E}">
        <p14:creationId xmlns:p14="http://schemas.microsoft.com/office/powerpoint/2010/main" val="3947994780"/>
      </p:ext>
    </p:extLst>
  </p:cSld>
  <p:clrMapOvr>
    <a:masterClrMapping/>
  </p:clrMapOvr>
  <mc:AlternateContent xmlns:mc="http://schemas.openxmlformats.org/markup-compatibility/2006">
    <mc:Choice xmlns:p15="http://schemas.microsoft.com/office/powerpoint/2012/main" Requires="p15">
      <p:transition spd="med">
        <p15:prstTrans prst="pageCurlDoubl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par>
                          <p:cTn id="30" fill="hold">
                            <p:stCondLst>
                              <p:cond delay="1000"/>
                            </p:stCondLst>
                            <p:childTnLst>
                              <p:par>
                                <p:cTn id="31" presetID="10" presetClass="entr" presetSubtype="0" fill="hold" grpId="0"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par>
                          <p:cTn id="43" fill="hold">
                            <p:stCondLst>
                              <p:cond delay="1500"/>
                            </p:stCondLst>
                            <p:childTnLst>
                              <p:par>
                                <p:cTn id="44" presetID="10" presetClass="entr" presetSubtype="0"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childTnLst>
                          </p:cTn>
                        </p:par>
                        <p:par>
                          <p:cTn id="56" fill="hold">
                            <p:stCondLst>
                              <p:cond delay="2000"/>
                            </p:stCondLst>
                            <p:childTnLst>
                              <p:par>
                                <p:cTn id="57" presetID="10" presetClass="entr" presetSubtype="0" fill="hold" grpId="0" nodeType="after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fade">
                                      <p:cBhvr>
                                        <p:cTn id="65" dur="500"/>
                                        <p:tgtEl>
                                          <p:spTgt spid="1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childTnLst>
                          </p:cTn>
                        </p:par>
                        <p:par>
                          <p:cTn id="69" fill="hold">
                            <p:stCondLst>
                              <p:cond delay="2500"/>
                            </p:stCondLst>
                            <p:childTnLst>
                              <p:par>
                                <p:cTn id="70" presetID="10" presetClass="entr" presetSubtype="0" fill="hold" grpId="0" nodeType="after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50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3"/>
                                        </p:tgtEl>
                                        <p:attrNameLst>
                                          <p:attrName>style.visibility</p:attrName>
                                        </p:attrNameLst>
                                      </p:cBhvr>
                                      <p:to>
                                        <p:strVal val="visible"/>
                                      </p:to>
                                    </p:set>
                                    <p:animEffect transition="in" filter="fade">
                                      <p:cBhvr>
                                        <p:cTn id="8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92" y="790079"/>
            <a:ext cx="10838756" cy="47248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3708"/>
              </a:lnSpc>
              <a:buNone/>
            </a:pPr>
            <a:r>
              <a:rPr lang="en-US" sz="2958" b="1" dirty="0">
                <a:solidFill>
                  <a:srgbClr val="000000"/>
                </a:solidFill>
                <a:latin typeface="Times New Roman" panose="02020603050405020304" pitchFamily="18" charset="0"/>
                <a:ea typeface="Inter Bold" pitchFamily="34" charset="-122"/>
                <a:cs typeface="Times New Roman" panose="02020603050405020304" pitchFamily="18" charset="0"/>
              </a:rPr>
              <a:t>Technological Integration: The Backbone of DataViz Studio</a:t>
            </a:r>
            <a:endParaRPr lang="en-US" sz="2958"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92" y="1640582"/>
            <a:ext cx="472480" cy="472480"/>
          </a:xfrm>
          <a:prstGeom prst="rect">
            <a:avLst/>
          </a:prstGeom>
        </p:spPr>
      </p:pic>
      <p:sp>
        <p:nvSpPr>
          <p:cNvPr id="4" name="Text 1"/>
          <p:cNvSpPr/>
          <p:nvPr/>
        </p:nvSpPr>
        <p:spPr>
          <a:xfrm>
            <a:off x="661492" y="2349302"/>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Pandas</a:t>
            </a:r>
            <a:endParaRPr lang="en-US" sz="1833" dirty="0">
              <a:latin typeface="Georgia Pro" panose="02040502050405020303" pitchFamily="18" charset="0"/>
            </a:endParaRPr>
          </a:p>
        </p:txBody>
      </p:sp>
      <p:sp>
        <p:nvSpPr>
          <p:cNvPr id="5" name="Text 2"/>
          <p:cNvSpPr/>
          <p:nvPr/>
        </p:nvSpPr>
        <p:spPr>
          <a:xfrm>
            <a:off x="661492" y="2757984"/>
            <a:ext cx="3465513" cy="60483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For robust CSV, JSON, and XLSX file handling and data manipulation.</a:t>
            </a:r>
            <a:endParaRPr lang="en-US" sz="1458" dirty="0">
              <a:latin typeface="Georgia Pro" panose="02040502050405020303" pitchFamily="18" charset="0"/>
            </a:endParaRPr>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63244" y="1640582"/>
            <a:ext cx="472480" cy="472480"/>
          </a:xfrm>
          <a:prstGeom prst="rect">
            <a:avLst/>
          </a:prstGeom>
        </p:spPr>
      </p:pic>
      <p:sp>
        <p:nvSpPr>
          <p:cNvPr id="7" name="Text 3"/>
          <p:cNvSpPr/>
          <p:nvPr/>
        </p:nvSpPr>
        <p:spPr>
          <a:xfrm>
            <a:off x="4363244" y="2349302"/>
            <a:ext cx="2408932"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Matplotlib &amp; Seaborn</a:t>
            </a:r>
            <a:endParaRPr lang="en-US" sz="1833" dirty="0">
              <a:latin typeface="Georgia Pro" panose="02040502050405020303" pitchFamily="18" charset="0"/>
            </a:endParaRPr>
          </a:p>
        </p:txBody>
      </p:sp>
      <p:sp>
        <p:nvSpPr>
          <p:cNvPr id="8" name="Text 4"/>
          <p:cNvSpPr/>
          <p:nvPr/>
        </p:nvSpPr>
        <p:spPr>
          <a:xfrm>
            <a:off x="4363244" y="2757983"/>
            <a:ext cx="3465513" cy="907257"/>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Powerful libraries for generating high-quality graph rendering and statistical visualisations.</a:t>
            </a:r>
            <a:endParaRPr lang="en-US" sz="1458" dirty="0">
              <a:latin typeface="Georgia Pro" panose="02040502050405020303" pitchFamily="18" charset="0"/>
            </a:endParaRPr>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64996" y="1640582"/>
            <a:ext cx="472480" cy="472480"/>
          </a:xfrm>
          <a:prstGeom prst="rect">
            <a:avLst/>
          </a:prstGeom>
        </p:spPr>
      </p:pic>
      <p:sp>
        <p:nvSpPr>
          <p:cNvPr id="10" name="Text 5"/>
          <p:cNvSpPr/>
          <p:nvPr/>
        </p:nvSpPr>
        <p:spPr>
          <a:xfrm>
            <a:off x="8064996" y="2349302"/>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Streamlit</a:t>
            </a:r>
            <a:endParaRPr lang="en-US" sz="1833" dirty="0">
              <a:latin typeface="Georgia Pro" panose="02040502050405020303" pitchFamily="18" charset="0"/>
            </a:endParaRPr>
          </a:p>
        </p:txBody>
      </p:sp>
      <p:sp>
        <p:nvSpPr>
          <p:cNvPr id="11" name="Text 6"/>
          <p:cNvSpPr/>
          <p:nvPr/>
        </p:nvSpPr>
        <p:spPr>
          <a:xfrm>
            <a:off x="8064996" y="2757983"/>
            <a:ext cx="3465513" cy="907257"/>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The framework powering the intuitive web interface and interactive components.</a:t>
            </a:r>
            <a:endParaRPr lang="en-US" sz="1458" dirty="0">
              <a:latin typeface="Georgia Pro" panose="02040502050405020303" pitchFamily="18" charset="0"/>
            </a:endParaRPr>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92" y="4043263"/>
            <a:ext cx="472480" cy="472480"/>
          </a:xfrm>
          <a:prstGeom prst="rect">
            <a:avLst/>
          </a:prstGeom>
        </p:spPr>
      </p:pic>
      <p:sp>
        <p:nvSpPr>
          <p:cNvPr id="13" name="Text 7"/>
          <p:cNvSpPr/>
          <p:nvPr/>
        </p:nvSpPr>
        <p:spPr>
          <a:xfrm>
            <a:off x="661492" y="4751983"/>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PdfPages</a:t>
            </a:r>
            <a:endParaRPr lang="en-US" sz="1833" dirty="0">
              <a:latin typeface="Georgia Pro" panose="02040502050405020303" pitchFamily="18" charset="0"/>
            </a:endParaRPr>
          </a:p>
        </p:txBody>
      </p:sp>
      <p:sp>
        <p:nvSpPr>
          <p:cNvPr id="14" name="Text 8"/>
          <p:cNvSpPr/>
          <p:nvPr/>
        </p:nvSpPr>
        <p:spPr>
          <a:xfrm>
            <a:off x="661492" y="5160665"/>
            <a:ext cx="3465513" cy="60483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Utilised for seamless report generation and export capabilities.</a:t>
            </a:r>
            <a:endParaRPr lang="en-US" sz="1458" dirty="0">
              <a:latin typeface="Georgia Pro" panose="02040502050405020303" pitchFamily="18" charset="0"/>
            </a:endParaRPr>
          </a:p>
        </p:txBody>
      </p:sp>
      <p:pic>
        <p:nvPicPr>
          <p:cNvPr id="1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363244" y="4043263"/>
            <a:ext cx="472480" cy="472480"/>
          </a:xfrm>
          <a:prstGeom prst="rect">
            <a:avLst/>
          </a:prstGeom>
        </p:spPr>
      </p:pic>
      <p:sp>
        <p:nvSpPr>
          <p:cNvPr id="16" name="Text 9"/>
          <p:cNvSpPr/>
          <p:nvPr/>
        </p:nvSpPr>
        <p:spPr>
          <a:xfrm>
            <a:off x="4363245" y="4751983"/>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Sampling Logic</a:t>
            </a:r>
            <a:endParaRPr lang="en-US" sz="1833" dirty="0">
              <a:latin typeface="Georgia Pro" panose="02040502050405020303" pitchFamily="18" charset="0"/>
            </a:endParaRPr>
          </a:p>
        </p:txBody>
      </p:sp>
      <p:sp>
        <p:nvSpPr>
          <p:cNvPr id="17" name="Text 10"/>
          <p:cNvSpPr/>
          <p:nvPr/>
        </p:nvSpPr>
        <p:spPr>
          <a:xfrm>
            <a:off x="4363244" y="5160665"/>
            <a:ext cx="3465513" cy="907257"/>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Integrated algorithms to optimise large dataset visualisation performance without compromising insights.</a:t>
            </a:r>
            <a:endParaRPr lang="en-US" sz="1458" dirty="0">
              <a:latin typeface="Georgia Pro" panose="02040502050405020303" pitchFamily="18" charset="0"/>
            </a:endParaRPr>
          </a:p>
        </p:txBody>
      </p:sp>
      <p:sp>
        <p:nvSpPr>
          <p:cNvPr id="18" name="Slide Number Placeholder 17">
            <a:extLst>
              <a:ext uri="{FF2B5EF4-FFF2-40B4-BE49-F238E27FC236}">
                <a16:creationId xmlns:a16="http://schemas.microsoft.com/office/drawing/2014/main" id="{F778C06F-4579-786E-16FC-36AFE03EAF6D}"/>
              </a:ext>
            </a:extLst>
          </p:cNvPr>
          <p:cNvSpPr>
            <a:spLocks noGrp="1"/>
          </p:cNvSpPr>
          <p:nvPr>
            <p:ph type="sldNum" sz="quarter" idx="11"/>
          </p:nvPr>
        </p:nvSpPr>
        <p:spPr/>
        <p:txBody>
          <a:bodyPr/>
          <a:lstStyle/>
          <a:p>
            <a:fld id="{AF0DB371-22FE-4529-B1E6-42D389836D82}" type="slidenum">
              <a:rPr lang="en-US" smtClean="0">
                <a:latin typeface="Georgia Pro" panose="02040502050405020303" pitchFamily="18" charset="0"/>
              </a:rPr>
              <a:t>6</a:t>
            </a:fld>
            <a:endParaRPr lang="en-US">
              <a:latin typeface="Georgia Pro" panose="02040502050405020303" pitchFamily="18" charset="0"/>
            </a:endParaRPr>
          </a:p>
        </p:txBody>
      </p:sp>
    </p:spTree>
    <p:extLst>
      <p:ext uri="{BB962C8B-B14F-4D97-AF65-F5344CB8AC3E}">
        <p14:creationId xmlns:p14="http://schemas.microsoft.com/office/powerpoint/2010/main" val="1307329175"/>
      </p:ext>
    </p:extLst>
  </p:cSld>
  <p:clrMapOvr>
    <a:masterClrMapping/>
  </p:clrMapOvr>
  <mc:AlternateContent xmlns:mc="http://schemas.openxmlformats.org/markup-compatibility/2006">
    <mc:Choice xmlns:p15="http://schemas.microsoft.com/office/powerpoint/2012/main" Requires="p15">
      <p:transition spd="med">
        <p15:prstTrans prst="pageCurlDoubl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childTnLst>
                          </p:cTn>
                        </p:par>
                        <p:par>
                          <p:cTn id="20" fill="hold">
                            <p:stCondLst>
                              <p:cond delay="500"/>
                            </p:stCondLst>
                            <p:childTnLst>
                              <p:par>
                                <p:cTn id="21" presetID="53" presetClass="entr" presetSubtype="16"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500" fill="hold"/>
                                        <p:tgtEl>
                                          <p:spTgt spid="6"/>
                                        </p:tgtEl>
                                        <p:attrNameLst>
                                          <p:attrName>ppt_w</p:attrName>
                                        </p:attrNameLst>
                                      </p:cBhvr>
                                      <p:tavLst>
                                        <p:tav tm="0">
                                          <p:val>
                                            <p:fltVal val="0"/>
                                          </p:val>
                                        </p:tav>
                                        <p:tav tm="100000">
                                          <p:val>
                                            <p:strVal val="#ppt_w"/>
                                          </p:val>
                                        </p:tav>
                                      </p:tavLst>
                                    </p:anim>
                                    <p:anim calcmode="lin" valueType="num">
                                      <p:cBhvr>
                                        <p:cTn id="24" dur="500" fill="hold"/>
                                        <p:tgtEl>
                                          <p:spTgt spid="6"/>
                                        </p:tgtEl>
                                        <p:attrNameLst>
                                          <p:attrName>ppt_h</p:attrName>
                                        </p:attrNameLst>
                                      </p:cBhvr>
                                      <p:tavLst>
                                        <p:tav tm="0">
                                          <p:val>
                                            <p:fltVal val="0"/>
                                          </p:val>
                                        </p:tav>
                                        <p:tav tm="100000">
                                          <p:val>
                                            <p:strVal val="#ppt_h"/>
                                          </p:val>
                                        </p:tav>
                                      </p:tavLst>
                                    </p:anim>
                                    <p:animEffect transition="in" filter="fade">
                                      <p:cBhvr>
                                        <p:cTn id="25" dur="500"/>
                                        <p:tgtEl>
                                          <p:spTgt spid="6"/>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p:cTn id="28" dur="500" fill="hold"/>
                                        <p:tgtEl>
                                          <p:spTgt spid="7"/>
                                        </p:tgtEl>
                                        <p:attrNameLst>
                                          <p:attrName>ppt_w</p:attrName>
                                        </p:attrNameLst>
                                      </p:cBhvr>
                                      <p:tavLst>
                                        <p:tav tm="0">
                                          <p:val>
                                            <p:fltVal val="0"/>
                                          </p:val>
                                        </p:tav>
                                        <p:tav tm="100000">
                                          <p:val>
                                            <p:strVal val="#ppt_w"/>
                                          </p:val>
                                        </p:tav>
                                      </p:tavLst>
                                    </p:anim>
                                    <p:anim calcmode="lin" valueType="num">
                                      <p:cBhvr>
                                        <p:cTn id="29" dur="500" fill="hold"/>
                                        <p:tgtEl>
                                          <p:spTgt spid="7"/>
                                        </p:tgtEl>
                                        <p:attrNameLst>
                                          <p:attrName>ppt_h</p:attrName>
                                        </p:attrNameLst>
                                      </p:cBhvr>
                                      <p:tavLst>
                                        <p:tav tm="0">
                                          <p:val>
                                            <p:fltVal val="0"/>
                                          </p:val>
                                        </p:tav>
                                        <p:tav tm="100000">
                                          <p:val>
                                            <p:strVal val="#ppt_h"/>
                                          </p:val>
                                        </p:tav>
                                      </p:tavLst>
                                    </p:anim>
                                    <p:animEffect transition="in" filter="fade">
                                      <p:cBhvr>
                                        <p:cTn id="30" dur="500"/>
                                        <p:tgtEl>
                                          <p:spTgt spid="7"/>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p:cTn id="33" dur="500" fill="hold"/>
                                        <p:tgtEl>
                                          <p:spTgt spid="8"/>
                                        </p:tgtEl>
                                        <p:attrNameLst>
                                          <p:attrName>ppt_w</p:attrName>
                                        </p:attrNameLst>
                                      </p:cBhvr>
                                      <p:tavLst>
                                        <p:tav tm="0">
                                          <p:val>
                                            <p:fltVal val="0"/>
                                          </p:val>
                                        </p:tav>
                                        <p:tav tm="100000">
                                          <p:val>
                                            <p:strVal val="#ppt_w"/>
                                          </p:val>
                                        </p:tav>
                                      </p:tavLst>
                                    </p:anim>
                                    <p:anim calcmode="lin" valueType="num">
                                      <p:cBhvr>
                                        <p:cTn id="34" dur="500" fill="hold"/>
                                        <p:tgtEl>
                                          <p:spTgt spid="8"/>
                                        </p:tgtEl>
                                        <p:attrNameLst>
                                          <p:attrName>ppt_h</p:attrName>
                                        </p:attrNameLst>
                                      </p:cBhvr>
                                      <p:tavLst>
                                        <p:tav tm="0">
                                          <p:val>
                                            <p:fltVal val="0"/>
                                          </p:val>
                                        </p:tav>
                                        <p:tav tm="100000">
                                          <p:val>
                                            <p:strVal val="#ppt_h"/>
                                          </p:val>
                                        </p:tav>
                                      </p:tavLst>
                                    </p:anim>
                                    <p:animEffect transition="in" filter="fade">
                                      <p:cBhvr>
                                        <p:cTn id="35" dur="500"/>
                                        <p:tgtEl>
                                          <p:spTgt spid="8"/>
                                        </p:tgtEl>
                                      </p:cBhvr>
                                    </p:animEffect>
                                  </p:childTnLst>
                                </p:cTn>
                              </p:par>
                            </p:childTnLst>
                          </p:cTn>
                        </p:par>
                        <p:par>
                          <p:cTn id="36" fill="hold">
                            <p:stCondLst>
                              <p:cond delay="1000"/>
                            </p:stCondLst>
                            <p:childTnLst>
                              <p:par>
                                <p:cTn id="37" presetID="53" presetClass="entr" presetSubtype="16"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fltVal val="0"/>
                                          </p:val>
                                        </p:tav>
                                        <p:tav tm="100000">
                                          <p:val>
                                            <p:strVal val="#ppt_w"/>
                                          </p:val>
                                        </p:tav>
                                      </p:tavLst>
                                    </p:anim>
                                    <p:anim calcmode="lin" valueType="num">
                                      <p:cBhvr>
                                        <p:cTn id="40" dur="500" fill="hold"/>
                                        <p:tgtEl>
                                          <p:spTgt spid="9"/>
                                        </p:tgtEl>
                                        <p:attrNameLst>
                                          <p:attrName>ppt_h</p:attrName>
                                        </p:attrNameLst>
                                      </p:cBhvr>
                                      <p:tavLst>
                                        <p:tav tm="0">
                                          <p:val>
                                            <p:fltVal val="0"/>
                                          </p:val>
                                        </p:tav>
                                        <p:tav tm="100000">
                                          <p:val>
                                            <p:strVal val="#ppt_h"/>
                                          </p:val>
                                        </p:tav>
                                      </p:tavLst>
                                    </p:anim>
                                    <p:animEffect transition="in" filter="fade">
                                      <p:cBhvr>
                                        <p:cTn id="41" dur="500"/>
                                        <p:tgtEl>
                                          <p:spTgt spid="9"/>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p:cTn id="44" dur="500" fill="hold"/>
                                        <p:tgtEl>
                                          <p:spTgt spid="10"/>
                                        </p:tgtEl>
                                        <p:attrNameLst>
                                          <p:attrName>ppt_w</p:attrName>
                                        </p:attrNameLst>
                                      </p:cBhvr>
                                      <p:tavLst>
                                        <p:tav tm="0">
                                          <p:val>
                                            <p:fltVal val="0"/>
                                          </p:val>
                                        </p:tav>
                                        <p:tav tm="100000">
                                          <p:val>
                                            <p:strVal val="#ppt_w"/>
                                          </p:val>
                                        </p:tav>
                                      </p:tavLst>
                                    </p:anim>
                                    <p:anim calcmode="lin" valueType="num">
                                      <p:cBhvr>
                                        <p:cTn id="45" dur="500" fill="hold"/>
                                        <p:tgtEl>
                                          <p:spTgt spid="10"/>
                                        </p:tgtEl>
                                        <p:attrNameLst>
                                          <p:attrName>ppt_h</p:attrName>
                                        </p:attrNameLst>
                                      </p:cBhvr>
                                      <p:tavLst>
                                        <p:tav tm="0">
                                          <p:val>
                                            <p:fltVal val="0"/>
                                          </p:val>
                                        </p:tav>
                                        <p:tav tm="100000">
                                          <p:val>
                                            <p:strVal val="#ppt_h"/>
                                          </p:val>
                                        </p:tav>
                                      </p:tavLst>
                                    </p:anim>
                                    <p:animEffect transition="in" filter="fade">
                                      <p:cBhvr>
                                        <p:cTn id="46" dur="500"/>
                                        <p:tgtEl>
                                          <p:spTgt spid="10"/>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p:cTn id="49" dur="500" fill="hold"/>
                                        <p:tgtEl>
                                          <p:spTgt spid="11"/>
                                        </p:tgtEl>
                                        <p:attrNameLst>
                                          <p:attrName>ppt_w</p:attrName>
                                        </p:attrNameLst>
                                      </p:cBhvr>
                                      <p:tavLst>
                                        <p:tav tm="0">
                                          <p:val>
                                            <p:fltVal val="0"/>
                                          </p:val>
                                        </p:tav>
                                        <p:tav tm="100000">
                                          <p:val>
                                            <p:strVal val="#ppt_w"/>
                                          </p:val>
                                        </p:tav>
                                      </p:tavLst>
                                    </p:anim>
                                    <p:anim calcmode="lin" valueType="num">
                                      <p:cBhvr>
                                        <p:cTn id="50" dur="500" fill="hold"/>
                                        <p:tgtEl>
                                          <p:spTgt spid="11"/>
                                        </p:tgtEl>
                                        <p:attrNameLst>
                                          <p:attrName>ppt_h</p:attrName>
                                        </p:attrNameLst>
                                      </p:cBhvr>
                                      <p:tavLst>
                                        <p:tav tm="0">
                                          <p:val>
                                            <p:fltVal val="0"/>
                                          </p:val>
                                        </p:tav>
                                        <p:tav tm="100000">
                                          <p:val>
                                            <p:strVal val="#ppt_h"/>
                                          </p:val>
                                        </p:tav>
                                      </p:tavLst>
                                    </p:anim>
                                    <p:animEffect transition="in" filter="fade">
                                      <p:cBhvr>
                                        <p:cTn id="51" dur="500"/>
                                        <p:tgtEl>
                                          <p:spTgt spid="11"/>
                                        </p:tgtEl>
                                      </p:cBhvr>
                                    </p:animEffect>
                                  </p:childTnLst>
                                </p:cTn>
                              </p:par>
                            </p:childTnLst>
                          </p:cTn>
                        </p:par>
                        <p:par>
                          <p:cTn id="52" fill="hold">
                            <p:stCondLst>
                              <p:cond delay="1500"/>
                            </p:stCondLst>
                            <p:childTnLst>
                              <p:par>
                                <p:cTn id="53" presetID="53" presetClass="entr" presetSubtype="16" fill="hold" nodeType="after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p:cTn id="55" dur="500" fill="hold"/>
                                        <p:tgtEl>
                                          <p:spTgt spid="12"/>
                                        </p:tgtEl>
                                        <p:attrNameLst>
                                          <p:attrName>ppt_w</p:attrName>
                                        </p:attrNameLst>
                                      </p:cBhvr>
                                      <p:tavLst>
                                        <p:tav tm="0">
                                          <p:val>
                                            <p:fltVal val="0"/>
                                          </p:val>
                                        </p:tav>
                                        <p:tav tm="100000">
                                          <p:val>
                                            <p:strVal val="#ppt_w"/>
                                          </p:val>
                                        </p:tav>
                                      </p:tavLst>
                                    </p:anim>
                                    <p:anim calcmode="lin" valueType="num">
                                      <p:cBhvr>
                                        <p:cTn id="56" dur="500" fill="hold"/>
                                        <p:tgtEl>
                                          <p:spTgt spid="12"/>
                                        </p:tgtEl>
                                        <p:attrNameLst>
                                          <p:attrName>ppt_h</p:attrName>
                                        </p:attrNameLst>
                                      </p:cBhvr>
                                      <p:tavLst>
                                        <p:tav tm="0">
                                          <p:val>
                                            <p:fltVal val="0"/>
                                          </p:val>
                                        </p:tav>
                                        <p:tav tm="100000">
                                          <p:val>
                                            <p:strVal val="#ppt_h"/>
                                          </p:val>
                                        </p:tav>
                                      </p:tavLst>
                                    </p:anim>
                                    <p:animEffect transition="in" filter="fade">
                                      <p:cBhvr>
                                        <p:cTn id="57" dur="500"/>
                                        <p:tgtEl>
                                          <p:spTgt spid="12"/>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 calcmode="lin" valueType="num">
                                      <p:cBhvr>
                                        <p:cTn id="60" dur="500" fill="hold"/>
                                        <p:tgtEl>
                                          <p:spTgt spid="13"/>
                                        </p:tgtEl>
                                        <p:attrNameLst>
                                          <p:attrName>ppt_w</p:attrName>
                                        </p:attrNameLst>
                                      </p:cBhvr>
                                      <p:tavLst>
                                        <p:tav tm="0">
                                          <p:val>
                                            <p:fltVal val="0"/>
                                          </p:val>
                                        </p:tav>
                                        <p:tav tm="100000">
                                          <p:val>
                                            <p:strVal val="#ppt_w"/>
                                          </p:val>
                                        </p:tav>
                                      </p:tavLst>
                                    </p:anim>
                                    <p:anim calcmode="lin" valueType="num">
                                      <p:cBhvr>
                                        <p:cTn id="61" dur="500" fill="hold"/>
                                        <p:tgtEl>
                                          <p:spTgt spid="13"/>
                                        </p:tgtEl>
                                        <p:attrNameLst>
                                          <p:attrName>ppt_h</p:attrName>
                                        </p:attrNameLst>
                                      </p:cBhvr>
                                      <p:tavLst>
                                        <p:tav tm="0">
                                          <p:val>
                                            <p:fltVal val="0"/>
                                          </p:val>
                                        </p:tav>
                                        <p:tav tm="100000">
                                          <p:val>
                                            <p:strVal val="#ppt_h"/>
                                          </p:val>
                                        </p:tav>
                                      </p:tavLst>
                                    </p:anim>
                                    <p:animEffect transition="in" filter="fade">
                                      <p:cBhvr>
                                        <p:cTn id="62" dur="500"/>
                                        <p:tgtEl>
                                          <p:spTgt spid="13"/>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14"/>
                                        </p:tgtEl>
                                        <p:attrNameLst>
                                          <p:attrName>style.visibility</p:attrName>
                                        </p:attrNameLst>
                                      </p:cBhvr>
                                      <p:to>
                                        <p:strVal val="visible"/>
                                      </p:to>
                                    </p:set>
                                    <p:anim calcmode="lin" valueType="num">
                                      <p:cBhvr>
                                        <p:cTn id="65" dur="500" fill="hold"/>
                                        <p:tgtEl>
                                          <p:spTgt spid="14"/>
                                        </p:tgtEl>
                                        <p:attrNameLst>
                                          <p:attrName>ppt_w</p:attrName>
                                        </p:attrNameLst>
                                      </p:cBhvr>
                                      <p:tavLst>
                                        <p:tav tm="0">
                                          <p:val>
                                            <p:fltVal val="0"/>
                                          </p:val>
                                        </p:tav>
                                        <p:tav tm="100000">
                                          <p:val>
                                            <p:strVal val="#ppt_w"/>
                                          </p:val>
                                        </p:tav>
                                      </p:tavLst>
                                    </p:anim>
                                    <p:anim calcmode="lin" valueType="num">
                                      <p:cBhvr>
                                        <p:cTn id="66" dur="500" fill="hold"/>
                                        <p:tgtEl>
                                          <p:spTgt spid="14"/>
                                        </p:tgtEl>
                                        <p:attrNameLst>
                                          <p:attrName>ppt_h</p:attrName>
                                        </p:attrNameLst>
                                      </p:cBhvr>
                                      <p:tavLst>
                                        <p:tav tm="0">
                                          <p:val>
                                            <p:fltVal val="0"/>
                                          </p:val>
                                        </p:tav>
                                        <p:tav tm="100000">
                                          <p:val>
                                            <p:strVal val="#ppt_h"/>
                                          </p:val>
                                        </p:tav>
                                      </p:tavLst>
                                    </p:anim>
                                    <p:animEffect transition="in" filter="fade">
                                      <p:cBhvr>
                                        <p:cTn id="67" dur="500"/>
                                        <p:tgtEl>
                                          <p:spTgt spid="14"/>
                                        </p:tgtEl>
                                      </p:cBhvr>
                                    </p:animEffect>
                                  </p:childTnLst>
                                </p:cTn>
                              </p:par>
                            </p:childTnLst>
                          </p:cTn>
                        </p:par>
                        <p:par>
                          <p:cTn id="68" fill="hold">
                            <p:stCondLst>
                              <p:cond delay="2000"/>
                            </p:stCondLst>
                            <p:childTnLst>
                              <p:par>
                                <p:cTn id="69" presetID="53" presetClass="entr" presetSubtype="16" fill="hold" nodeType="afterEffect">
                                  <p:stCondLst>
                                    <p:cond delay="0"/>
                                  </p:stCondLst>
                                  <p:childTnLst>
                                    <p:set>
                                      <p:cBhvr>
                                        <p:cTn id="70" dur="1" fill="hold">
                                          <p:stCondLst>
                                            <p:cond delay="0"/>
                                          </p:stCondLst>
                                        </p:cTn>
                                        <p:tgtEl>
                                          <p:spTgt spid="15"/>
                                        </p:tgtEl>
                                        <p:attrNameLst>
                                          <p:attrName>style.visibility</p:attrName>
                                        </p:attrNameLst>
                                      </p:cBhvr>
                                      <p:to>
                                        <p:strVal val="visible"/>
                                      </p:to>
                                    </p:set>
                                    <p:anim calcmode="lin" valueType="num">
                                      <p:cBhvr>
                                        <p:cTn id="71" dur="500" fill="hold"/>
                                        <p:tgtEl>
                                          <p:spTgt spid="15"/>
                                        </p:tgtEl>
                                        <p:attrNameLst>
                                          <p:attrName>ppt_w</p:attrName>
                                        </p:attrNameLst>
                                      </p:cBhvr>
                                      <p:tavLst>
                                        <p:tav tm="0">
                                          <p:val>
                                            <p:fltVal val="0"/>
                                          </p:val>
                                        </p:tav>
                                        <p:tav tm="100000">
                                          <p:val>
                                            <p:strVal val="#ppt_w"/>
                                          </p:val>
                                        </p:tav>
                                      </p:tavLst>
                                    </p:anim>
                                    <p:anim calcmode="lin" valueType="num">
                                      <p:cBhvr>
                                        <p:cTn id="72" dur="500" fill="hold"/>
                                        <p:tgtEl>
                                          <p:spTgt spid="15"/>
                                        </p:tgtEl>
                                        <p:attrNameLst>
                                          <p:attrName>ppt_h</p:attrName>
                                        </p:attrNameLst>
                                      </p:cBhvr>
                                      <p:tavLst>
                                        <p:tav tm="0">
                                          <p:val>
                                            <p:fltVal val="0"/>
                                          </p:val>
                                        </p:tav>
                                        <p:tav tm="100000">
                                          <p:val>
                                            <p:strVal val="#ppt_h"/>
                                          </p:val>
                                        </p:tav>
                                      </p:tavLst>
                                    </p:anim>
                                    <p:animEffect transition="in" filter="fade">
                                      <p:cBhvr>
                                        <p:cTn id="73" dur="500"/>
                                        <p:tgtEl>
                                          <p:spTgt spid="15"/>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 calcmode="lin" valueType="num">
                                      <p:cBhvr>
                                        <p:cTn id="76" dur="500" fill="hold"/>
                                        <p:tgtEl>
                                          <p:spTgt spid="16"/>
                                        </p:tgtEl>
                                        <p:attrNameLst>
                                          <p:attrName>ppt_w</p:attrName>
                                        </p:attrNameLst>
                                      </p:cBhvr>
                                      <p:tavLst>
                                        <p:tav tm="0">
                                          <p:val>
                                            <p:fltVal val="0"/>
                                          </p:val>
                                        </p:tav>
                                        <p:tav tm="100000">
                                          <p:val>
                                            <p:strVal val="#ppt_w"/>
                                          </p:val>
                                        </p:tav>
                                      </p:tavLst>
                                    </p:anim>
                                    <p:anim calcmode="lin" valueType="num">
                                      <p:cBhvr>
                                        <p:cTn id="77" dur="500" fill="hold"/>
                                        <p:tgtEl>
                                          <p:spTgt spid="16"/>
                                        </p:tgtEl>
                                        <p:attrNameLst>
                                          <p:attrName>ppt_h</p:attrName>
                                        </p:attrNameLst>
                                      </p:cBhvr>
                                      <p:tavLst>
                                        <p:tav tm="0">
                                          <p:val>
                                            <p:fltVal val="0"/>
                                          </p:val>
                                        </p:tav>
                                        <p:tav tm="100000">
                                          <p:val>
                                            <p:strVal val="#ppt_h"/>
                                          </p:val>
                                        </p:tav>
                                      </p:tavLst>
                                    </p:anim>
                                    <p:animEffect transition="in" filter="fade">
                                      <p:cBhvr>
                                        <p:cTn id="78" dur="500"/>
                                        <p:tgtEl>
                                          <p:spTgt spid="16"/>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 calcmode="lin" valueType="num">
                                      <p:cBhvr>
                                        <p:cTn id="81" dur="500" fill="hold"/>
                                        <p:tgtEl>
                                          <p:spTgt spid="17"/>
                                        </p:tgtEl>
                                        <p:attrNameLst>
                                          <p:attrName>ppt_w</p:attrName>
                                        </p:attrNameLst>
                                      </p:cBhvr>
                                      <p:tavLst>
                                        <p:tav tm="0">
                                          <p:val>
                                            <p:fltVal val="0"/>
                                          </p:val>
                                        </p:tav>
                                        <p:tav tm="100000">
                                          <p:val>
                                            <p:strVal val="#ppt_w"/>
                                          </p:val>
                                        </p:tav>
                                      </p:tavLst>
                                    </p:anim>
                                    <p:anim calcmode="lin" valueType="num">
                                      <p:cBhvr>
                                        <p:cTn id="82" dur="500" fill="hold"/>
                                        <p:tgtEl>
                                          <p:spTgt spid="17"/>
                                        </p:tgtEl>
                                        <p:attrNameLst>
                                          <p:attrName>ppt_h</p:attrName>
                                        </p:attrNameLst>
                                      </p:cBhvr>
                                      <p:tavLst>
                                        <p:tav tm="0">
                                          <p:val>
                                            <p:fltVal val="0"/>
                                          </p:val>
                                        </p:tav>
                                        <p:tav tm="100000">
                                          <p:val>
                                            <p:strVal val="#ppt_h"/>
                                          </p:val>
                                        </p:tav>
                                      </p:tavLst>
                                    </p:anim>
                                    <p:animEffect transition="in" filter="fade">
                                      <p:cBhvr>
                                        <p:cTn id="8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P spid="13" grpId="0" animBg="1"/>
      <p:bldP spid="14" grpId="0" animBg="1"/>
      <p:bldP spid="16"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92" y="899815"/>
            <a:ext cx="8360172" cy="47248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3708"/>
              </a:lnSpc>
              <a:buNone/>
            </a:pPr>
            <a:r>
              <a:rPr lang="en-US" sz="2958" b="1" dirty="0">
                <a:solidFill>
                  <a:srgbClr val="000000"/>
                </a:solidFill>
                <a:latin typeface="Times New Roman" panose="02020603050405020304" pitchFamily="18" charset="0"/>
                <a:ea typeface="Inter Bold" pitchFamily="34" charset="-122"/>
                <a:cs typeface="Times New Roman" panose="02020603050405020304" pitchFamily="18" charset="0"/>
              </a:rPr>
              <a:t>Methodology: Data Ingestion and Preparation</a:t>
            </a:r>
            <a:endParaRPr lang="en-US" sz="2958" dirty="0">
              <a:latin typeface="Times New Roman" panose="02020603050405020304" pitchFamily="18" charset="0"/>
              <a:cs typeface="Times New Roman" panose="02020603050405020304" pitchFamily="18" charset="0"/>
            </a:endParaRPr>
          </a:p>
        </p:txBody>
      </p:sp>
      <p:sp>
        <p:nvSpPr>
          <p:cNvPr id="3" name="Shape 1"/>
          <p:cNvSpPr/>
          <p:nvPr/>
        </p:nvSpPr>
        <p:spPr>
          <a:xfrm>
            <a:off x="661492" y="1750319"/>
            <a:ext cx="5339953" cy="2009378"/>
          </a:xfrm>
          <a:prstGeom prst="roundRect">
            <a:avLst>
              <a:gd name="adj" fmla="val 3951"/>
            </a:avLst>
          </a:prstGeom>
          <a:solidFill>
            <a:srgbClr val="FFFFFF"/>
          </a:solidFill>
          <a:ln w="30480">
            <a:solidFill>
              <a:srgbClr val="C0C1D7"/>
            </a:solidFill>
            <a:prstDash val="solid"/>
          </a:ln>
        </p:spPr>
        <p:txBody>
          <a:bodyPr/>
          <a:lstStyle/>
          <a:p>
            <a:endParaRPr lang="en-IN" dirty="0">
              <a:latin typeface="Georgia Pro" panose="02040502050405020303" pitchFamily="18" charset="0"/>
            </a:endParaRPr>
          </a:p>
        </p:txBody>
      </p:sp>
      <p:sp>
        <p:nvSpPr>
          <p:cNvPr id="4" name="Shape 2"/>
          <p:cNvSpPr/>
          <p:nvPr/>
        </p:nvSpPr>
        <p:spPr>
          <a:xfrm>
            <a:off x="686892" y="1775718"/>
            <a:ext cx="5289153" cy="567035"/>
          </a:xfrm>
          <a:prstGeom prst="roundRect">
            <a:avLst>
              <a:gd name="adj" fmla="val 8626"/>
            </a:avLst>
          </a:prstGeom>
          <a:solidFill>
            <a:srgbClr val="DADBF1"/>
          </a:solidFill>
          <a:ln/>
        </p:spPr>
        <p:txBody>
          <a:bodyPr/>
          <a:lstStyle/>
          <a:p>
            <a:endParaRPr lang="en-IN" dirty="0">
              <a:latin typeface="Georgia Pro" panose="02040502050405020303" pitchFamily="18" charset="0"/>
            </a:endParaRPr>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89684" y="1914228"/>
            <a:ext cx="283468" cy="283468"/>
          </a:xfrm>
          <a:prstGeom prst="rect">
            <a:avLst/>
          </a:prstGeom>
        </p:spPr>
      </p:pic>
      <p:sp>
        <p:nvSpPr>
          <p:cNvPr id="6" name="Text 3"/>
          <p:cNvSpPr/>
          <p:nvPr/>
        </p:nvSpPr>
        <p:spPr>
          <a:xfrm>
            <a:off x="875904" y="2531765"/>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Upload &amp; Validation</a:t>
            </a:r>
            <a:endParaRPr lang="en-US" sz="1833" dirty="0">
              <a:latin typeface="Georgia Pro" panose="02040502050405020303" pitchFamily="18" charset="0"/>
            </a:endParaRPr>
          </a:p>
        </p:txBody>
      </p:sp>
      <p:sp>
        <p:nvSpPr>
          <p:cNvPr id="7" name="Text 4"/>
          <p:cNvSpPr/>
          <p:nvPr/>
        </p:nvSpPr>
        <p:spPr>
          <a:xfrm>
            <a:off x="875903" y="2940447"/>
            <a:ext cx="4911130" cy="60483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Supports diverse formats like CSV, JSON, and XLSX, ensuring data integrity upon upload.</a:t>
            </a:r>
            <a:endParaRPr lang="en-US" sz="1458" dirty="0">
              <a:latin typeface="Georgia Pro" panose="02040502050405020303" pitchFamily="18" charset="0"/>
            </a:endParaRPr>
          </a:p>
        </p:txBody>
      </p:sp>
      <p:sp>
        <p:nvSpPr>
          <p:cNvPr id="8" name="Shape 5"/>
          <p:cNvSpPr/>
          <p:nvPr/>
        </p:nvSpPr>
        <p:spPr>
          <a:xfrm>
            <a:off x="6190457" y="1750319"/>
            <a:ext cx="5340053" cy="2009378"/>
          </a:xfrm>
          <a:prstGeom prst="roundRect">
            <a:avLst>
              <a:gd name="adj" fmla="val 3951"/>
            </a:avLst>
          </a:prstGeom>
          <a:solidFill>
            <a:srgbClr val="FFFFFF"/>
          </a:solidFill>
          <a:ln w="30480">
            <a:solidFill>
              <a:srgbClr val="C0C1D7"/>
            </a:solidFill>
            <a:prstDash val="solid"/>
          </a:ln>
        </p:spPr>
        <p:txBody>
          <a:bodyPr/>
          <a:lstStyle/>
          <a:p>
            <a:endParaRPr lang="en-IN" dirty="0">
              <a:latin typeface="Georgia Pro" panose="02040502050405020303" pitchFamily="18" charset="0"/>
            </a:endParaRPr>
          </a:p>
        </p:txBody>
      </p:sp>
      <p:sp>
        <p:nvSpPr>
          <p:cNvPr id="9" name="Shape 6"/>
          <p:cNvSpPr/>
          <p:nvPr/>
        </p:nvSpPr>
        <p:spPr>
          <a:xfrm>
            <a:off x="6215856" y="1775718"/>
            <a:ext cx="5289253" cy="567035"/>
          </a:xfrm>
          <a:prstGeom prst="roundRect">
            <a:avLst>
              <a:gd name="adj" fmla="val 8626"/>
            </a:avLst>
          </a:prstGeom>
          <a:solidFill>
            <a:srgbClr val="DADBF1"/>
          </a:solidFill>
          <a:ln/>
        </p:spPr>
        <p:txBody>
          <a:bodyPr/>
          <a:lstStyle/>
          <a:p>
            <a:endParaRPr lang="en-IN" dirty="0">
              <a:latin typeface="Georgia Pro" panose="02040502050405020303" pitchFamily="18" charset="0"/>
            </a:endParaRPr>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18749" y="1914228"/>
            <a:ext cx="283468" cy="283468"/>
          </a:xfrm>
          <a:prstGeom prst="rect">
            <a:avLst/>
          </a:prstGeom>
        </p:spPr>
      </p:pic>
      <p:sp>
        <p:nvSpPr>
          <p:cNvPr id="11" name="Text 7"/>
          <p:cNvSpPr/>
          <p:nvPr/>
        </p:nvSpPr>
        <p:spPr>
          <a:xfrm>
            <a:off x="6404869" y="2531765"/>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Schema Inference</a:t>
            </a:r>
            <a:endParaRPr lang="en-US" sz="1833" dirty="0">
              <a:latin typeface="Georgia Pro" panose="02040502050405020303" pitchFamily="18" charset="0"/>
            </a:endParaRPr>
          </a:p>
        </p:txBody>
      </p:sp>
      <p:sp>
        <p:nvSpPr>
          <p:cNvPr id="12" name="Text 8"/>
          <p:cNvSpPr/>
          <p:nvPr/>
        </p:nvSpPr>
        <p:spPr>
          <a:xfrm>
            <a:off x="6404869" y="2940447"/>
            <a:ext cx="4911229" cy="60483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Automatically detects data types and infers the underlying structure of the dataset.</a:t>
            </a:r>
            <a:endParaRPr lang="en-US" sz="1458" dirty="0">
              <a:latin typeface="Georgia Pro" panose="02040502050405020303" pitchFamily="18" charset="0"/>
            </a:endParaRPr>
          </a:p>
        </p:txBody>
      </p:sp>
      <p:sp>
        <p:nvSpPr>
          <p:cNvPr id="13" name="Shape 9"/>
          <p:cNvSpPr/>
          <p:nvPr/>
        </p:nvSpPr>
        <p:spPr>
          <a:xfrm>
            <a:off x="661492" y="3948708"/>
            <a:ext cx="5339953" cy="2009378"/>
          </a:xfrm>
          <a:prstGeom prst="roundRect">
            <a:avLst>
              <a:gd name="adj" fmla="val 3951"/>
            </a:avLst>
          </a:prstGeom>
          <a:solidFill>
            <a:srgbClr val="FFFFFF"/>
          </a:solidFill>
          <a:ln w="30480">
            <a:solidFill>
              <a:srgbClr val="C0C1D7"/>
            </a:solidFill>
            <a:prstDash val="solid"/>
          </a:ln>
        </p:spPr>
        <p:txBody>
          <a:bodyPr/>
          <a:lstStyle/>
          <a:p>
            <a:endParaRPr lang="en-IN" dirty="0">
              <a:latin typeface="Georgia Pro" panose="02040502050405020303" pitchFamily="18" charset="0"/>
            </a:endParaRPr>
          </a:p>
        </p:txBody>
      </p:sp>
      <p:sp>
        <p:nvSpPr>
          <p:cNvPr id="14" name="Shape 10"/>
          <p:cNvSpPr/>
          <p:nvPr/>
        </p:nvSpPr>
        <p:spPr>
          <a:xfrm>
            <a:off x="686892" y="3974108"/>
            <a:ext cx="5289153" cy="567035"/>
          </a:xfrm>
          <a:prstGeom prst="roundRect">
            <a:avLst>
              <a:gd name="adj" fmla="val 8626"/>
            </a:avLst>
          </a:prstGeom>
          <a:solidFill>
            <a:srgbClr val="DADBF1"/>
          </a:solidFill>
          <a:ln/>
        </p:spPr>
        <p:txBody>
          <a:bodyPr/>
          <a:lstStyle/>
          <a:p>
            <a:endParaRPr lang="en-IN" dirty="0">
              <a:latin typeface="Georgia Pro" panose="02040502050405020303" pitchFamily="18" charset="0"/>
            </a:endParaRPr>
          </a:p>
        </p:txBody>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89684" y="4112618"/>
            <a:ext cx="283468" cy="283468"/>
          </a:xfrm>
          <a:prstGeom prst="rect">
            <a:avLst/>
          </a:prstGeom>
        </p:spPr>
      </p:pic>
      <p:sp>
        <p:nvSpPr>
          <p:cNvPr id="16" name="Text 11"/>
          <p:cNvSpPr/>
          <p:nvPr/>
        </p:nvSpPr>
        <p:spPr>
          <a:xfrm>
            <a:off x="875904" y="4730155"/>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Data Cleaning</a:t>
            </a:r>
            <a:endParaRPr lang="en-US" sz="1833" dirty="0">
              <a:latin typeface="Georgia Pro" panose="02040502050405020303" pitchFamily="18" charset="0"/>
            </a:endParaRPr>
          </a:p>
        </p:txBody>
      </p:sp>
      <p:sp>
        <p:nvSpPr>
          <p:cNvPr id="17" name="Text 12"/>
          <p:cNvSpPr/>
          <p:nvPr/>
        </p:nvSpPr>
        <p:spPr>
          <a:xfrm>
            <a:off x="875903" y="5138837"/>
            <a:ext cx="4911130" cy="60483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Identifies and handles missing values, duplicates, and other inconsistencies for analysis readiness.</a:t>
            </a:r>
            <a:endParaRPr lang="en-US" sz="1458" dirty="0">
              <a:latin typeface="Georgia Pro" panose="02040502050405020303" pitchFamily="18" charset="0"/>
            </a:endParaRPr>
          </a:p>
        </p:txBody>
      </p:sp>
      <p:sp>
        <p:nvSpPr>
          <p:cNvPr id="18" name="Shape 13"/>
          <p:cNvSpPr/>
          <p:nvPr/>
        </p:nvSpPr>
        <p:spPr>
          <a:xfrm>
            <a:off x="6190457" y="3948708"/>
            <a:ext cx="5340053" cy="2009378"/>
          </a:xfrm>
          <a:prstGeom prst="roundRect">
            <a:avLst>
              <a:gd name="adj" fmla="val 3951"/>
            </a:avLst>
          </a:prstGeom>
          <a:solidFill>
            <a:srgbClr val="FFFFFF"/>
          </a:solidFill>
          <a:ln w="30480">
            <a:solidFill>
              <a:srgbClr val="C0C1D7"/>
            </a:solidFill>
            <a:prstDash val="solid"/>
          </a:ln>
        </p:spPr>
        <p:txBody>
          <a:bodyPr/>
          <a:lstStyle/>
          <a:p>
            <a:endParaRPr lang="en-IN" dirty="0">
              <a:latin typeface="Georgia Pro" panose="02040502050405020303" pitchFamily="18" charset="0"/>
            </a:endParaRPr>
          </a:p>
        </p:txBody>
      </p:sp>
      <p:sp>
        <p:nvSpPr>
          <p:cNvPr id="19" name="Shape 14"/>
          <p:cNvSpPr/>
          <p:nvPr/>
        </p:nvSpPr>
        <p:spPr>
          <a:xfrm>
            <a:off x="6215856" y="3974108"/>
            <a:ext cx="5289253" cy="567035"/>
          </a:xfrm>
          <a:prstGeom prst="roundRect">
            <a:avLst>
              <a:gd name="adj" fmla="val 8626"/>
            </a:avLst>
          </a:prstGeom>
          <a:solidFill>
            <a:srgbClr val="DADBF1"/>
          </a:solidFill>
          <a:ln/>
        </p:spPr>
        <p:txBody>
          <a:bodyPr/>
          <a:lstStyle/>
          <a:p>
            <a:endParaRPr lang="en-IN" dirty="0">
              <a:latin typeface="Georgia Pro" panose="02040502050405020303" pitchFamily="18" charset="0"/>
            </a:endParaRPr>
          </a:p>
        </p:txBody>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718749" y="4112618"/>
            <a:ext cx="283468" cy="283468"/>
          </a:xfrm>
          <a:prstGeom prst="rect">
            <a:avLst/>
          </a:prstGeom>
        </p:spPr>
      </p:pic>
      <p:sp>
        <p:nvSpPr>
          <p:cNvPr id="21" name="Text 15"/>
          <p:cNvSpPr/>
          <p:nvPr/>
        </p:nvSpPr>
        <p:spPr>
          <a:xfrm>
            <a:off x="6404869" y="4730155"/>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Intelligent Sampling</a:t>
            </a:r>
            <a:endParaRPr lang="en-US" sz="1833" dirty="0">
              <a:latin typeface="Georgia Pro" panose="02040502050405020303" pitchFamily="18" charset="0"/>
            </a:endParaRPr>
          </a:p>
        </p:txBody>
      </p:sp>
      <p:sp>
        <p:nvSpPr>
          <p:cNvPr id="22" name="Text 16"/>
          <p:cNvSpPr/>
          <p:nvPr/>
        </p:nvSpPr>
        <p:spPr>
          <a:xfrm>
            <a:off x="6404869" y="5138837"/>
            <a:ext cx="4911229" cy="60483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Applies adaptive sampling techniques to large datasets to maintain optimal performance.</a:t>
            </a:r>
            <a:endParaRPr lang="en-US" sz="1458" dirty="0">
              <a:latin typeface="Georgia Pro" panose="02040502050405020303" pitchFamily="18" charset="0"/>
            </a:endParaRPr>
          </a:p>
        </p:txBody>
      </p:sp>
      <p:sp>
        <p:nvSpPr>
          <p:cNvPr id="23" name="Slide Number Placeholder 22">
            <a:extLst>
              <a:ext uri="{FF2B5EF4-FFF2-40B4-BE49-F238E27FC236}">
                <a16:creationId xmlns:a16="http://schemas.microsoft.com/office/drawing/2014/main" id="{FB8E8226-1FBD-DCC0-BB9D-92950722A238}"/>
              </a:ext>
            </a:extLst>
          </p:cNvPr>
          <p:cNvSpPr>
            <a:spLocks noGrp="1"/>
          </p:cNvSpPr>
          <p:nvPr>
            <p:ph type="sldNum" sz="quarter" idx="11"/>
          </p:nvPr>
        </p:nvSpPr>
        <p:spPr/>
        <p:txBody>
          <a:bodyPr/>
          <a:lstStyle/>
          <a:p>
            <a:fld id="{AF0DB371-22FE-4529-B1E6-42D389836D82}" type="slidenum">
              <a:rPr lang="en-US" smtClean="0">
                <a:latin typeface="Georgia Pro" panose="02040502050405020303" pitchFamily="18" charset="0"/>
              </a:rPr>
              <a:t>7</a:t>
            </a:fld>
            <a:endParaRPr lang="en-US">
              <a:latin typeface="Georgia Pro" panose="02040502050405020303" pitchFamily="18" charset="0"/>
            </a:endParaRPr>
          </a:p>
        </p:txBody>
      </p:sp>
    </p:spTree>
    <p:extLst>
      <p:ext uri="{BB962C8B-B14F-4D97-AF65-F5344CB8AC3E}">
        <p14:creationId xmlns:p14="http://schemas.microsoft.com/office/powerpoint/2010/main" val="1150189281"/>
      </p:ext>
    </p:extLst>
  </p:cSld>
  <p:clrMapOvr>
    <a:masterClrMapping/>
  </p:clrMapOvr>
  <mc:AlternateContent xmlns:mc="http://schemas.openxmlformats.org/markup-compatibility/2006">
    <mc:Choice xmlns:p15="http://schemas.microsoft.com/office/powerpoint/2012/main" Requires="p15">
      <p:transition spd="med">
        <p15:prstTrans prst="pageCurlDoubl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out)">
                                      <p:cBhvr>
                                        <p:cTn id="7" dur="500"/>
                                        <p:tgtEl>
                                          <p:spTgt spid="4"/>
                                        </p:tgtEl>
                                      </p:cBhvr>
                                    </p:animEffect>
                                  </p:childTnLst>
                                </p:cTn>
                              </p:par>
                              <p:par>
                                <p:cTn id="8" presetID="6" presetClass="entr" presetSubtype="32"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ircle(out)">
                                      <p:cBhvr>
                                        <p:cTn id="10" dur="500"/>
                                        <p:tgtEl>
                                          <p:spTgt spid="6"/>
                                        </p:tgtEl>
                                      </p:cBhvr>
                                    </p:animEffect>
                                  </p:childTnLst>
                                </p:cTn>
                              </p:par>
                              <p:par>
                                <p:cTn id="11" presetID="6" presetClass="entr" presetSubtype="32"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circle(out)">
                                      <p:cBhvr>
                                        <p:cTn id="13" dur="500"/>
                                        <p:tgtEl>
                                          <p:spTgt spid="7"/>
                                        </p:tgtEl>
                                      </p:cBhvr>
                                    </p:animEffect>
                                  </p:childTnLst>
                                </p:cTn>
                              </p:par>
                              <p:par>
                                <p:cTn id="14" presetID="6" presetClass="entr" presetSubtype="32"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circle(out)">
                                      <p:cBhvr>
                                        <p:cTn id="16" dur="500"/>
                                        <p:tgtEl>
                                          <p:spTgt spid="3"/>
                                        </p:tgtEl>
                                      </p:cBhvr>
                                    </p:animEffect>
                                  </p:childTnLst>
                                </p:cTn>
                              </p:par>
                              <p:par>
                                <p:cTn id="17" presetID="6" presetClass="entr" presetSubtype="32"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circle(out)">
                                      <p:cBhvr>
                                        <p:cTn id="19" dur="500"/>
                                        <p:tgtEl>
                                          <p:spTgt spid="5"/>
                                        </p:tgtEl>
                                      </p:cBhvr>
                                    </p:animEffect>
                                  </p:childTnLst>
                                </p:cTn>
                              </p:par>
                            </p:childTnLst>
                          </p:cTn>
                        </p:par>
                        <p:par>
                          <p:cTn id="20" fill="hold">
                            <p:stCondLst>
                              <p:cond delay="500"/>
                            </p:stCondLst>
                            <p:childTnLst>
                              <p:par>
                                <p:cTn id="21" presetID="6" presetClass="entr" presetSubtype="32"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circle(out)">
                                      <p:cBhvr>
                                        <p:cTn id="23" dur="500"/>
                                        <p:tgtEl>
                                          <p:spTgt spid="9"/>
                                        </p:tgtEl>
                                      </p:cBhvr>
                                    </p:animEffect>
                                  </p:childTnLst>
                                </p:cTn>
                              </p:par>
                              <p:par>
                                <p:cTn id="24" presetID="6" presetClass="entr" presetSubtype="32"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circle(out)">
                                      <p:cBhvr>
                                        <p:cTn id="26" dur="500"/>
                                        <p:tgtEl>
                                          <p:spTgt spid="11"/>
                                        </p:tgtEl>
                                      </p:cBhvr>
                                    </p:animEffect>
                                  </p:childTnLst>
                                </p:cTn>
                              </p:par>
                              <p:par>
                                <p:cTn id="27" presetID="6" presetClass="entr" presetSubtype="32"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circle(out)">
                                      <p:cBhvr>
                                        <p:cTn id="29" dur="500"/>
                                        <p:tgtEl>
                                          <p:spTgt spid="12"/>
                                        </p:tgtEl>
                                      </p:cBhvr>
                                    </p:animEffect>
                                  </p:childTnLst>
                                </p:cTn>
                              </p:par>
                              <p:par>
                                <p:cTn id="30" presetID="6" presetClass="entr" presetSubtype="32"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circle(out)">
                                      <p:cBhvr>
                                        <p:cTn id="32" dur="500"/>
                                        <p:tgtEl>
                                          <p:spTgt spid="8"/>
                                        </p:tgtEl>
                                      </p:cBhvr>
                                    </p:animEffect>
                                  </p:childTnLst>
                                </p:cTn>
                              </p:par>
                              <p:par>
                                <p:cTn id="33" presetID="6" presetClass="entr" presetSubtype="32"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circle(out)">
                                      <p:cBhvr>
                                        <p:cTn id="35" dur="500"/>
                                        <p:tgtEl>
                                          <p:spTgt spid="10"/>
                                        </p:tgtEl>
                                      </p:cBhvr>
                                    </p:animEffect>
                                  </p:childTnLst>
                                </p:cTn>
                              </p:par>
                            </p:childTnLst>
                          </p:cTn>
                        </p:par>
                        <p:par>
                          <p:cTn id="36" fill="hold">
                            <p:stCondLst>
                              <p:cond delay="1000"/>
                            </p:stCondLst>
                            <p:childTnLst>
                              <p:par>
                                <p:cTn id="37" presetID="6" presetClass="entr" presetSubtype="32"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circle(out)">
                                      <p:cBhvr>
                                        <p:cTn id="39" dur="500"/>
                                        <p:tgtEl>
                                          <p:spTgt spid="14"/>
                                        </p:tgtEl>
                                      </p:cBhvr>
                                    </p:animEffect>
                                  </p:childTnLst>
                                </p:cTn>
                              </p:par>
                              <p:par>
                                <p:cTn id="40" presetID="6" presetClass="entr" presetSubtype="32"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circle(out)">
                                      <p:cBhvr>
                                        <p:cTn id="42" dur="500"/>
                                        <p:tgtEl>
                                          <p:spTgt spid="16"/>
                                        </p:tgtEl>
                                      </p:cBhvr>
                                    </p:animEffect>
                                  </p:childTnLst>
                                </p:cTn>
                              </p:par>
                              <p:par>
                                <p:cTn id="43" presetID="6" presetClass="entr" presetSubtype="32"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circle(out)">
                                      <p:cBhvr>
                                        <p:cTn id="45" dur="500"/>
                                        <p:tgtEl>
                                          <p:spTgt spid="17"/>
                                        </p:tgtEl>
                                      </p:cBhvr>
                                    </p:animEffect>
                                  </p:childTnLst>
                                </p:cTn>
                              </p:par>
                              <p:par>
                                <p:cTn id="46" presetID="6" presetClass="entr" presetSubtype="32"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circle(out)">
                                      <p:cBhvr>
                                        <p:cTn id="48" dur="500"/>
                                        <p:tgtEl>
                                          <p:spTgt spid="13"/>
                                        </p:tgtEl>
                                      </p:cBhvr>
                                    </p:animEffect>
                                  </p:childTnLst>
                                </p:cTn>
                              </p:par>
                              <p:par>
                                <p:cTn id="49" presetID="6" presetClass="entr" presetSubtype="32" fill="hold"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circle(out)">
                                      <p:cBhvr>
                                        <p:cTn id="51" dur="500"/>
                                        <p:tgtEl>
                                          <p:spTgt spid="15"/>
                                        </p:tgtEl>
                                      </p:cBhvr>
                                    </p:animEffect>
                                  </p:childTnLst>
                                </p:cTn>
                              </p:par>
                            </p:childTnLst>
                          </p:cTn>
                        </p:par>
                        <p:par>
                          <p:cTn id="52" fill="hold">
                            <p:stCondLst>
                              <p:cond delay="1500"/>
                            </p:stCondLst>
                            <p:childTnLst>
                              <p:par>
                                <p:cTn id="53" presetID="6" presetClass="entr" presetSubtype="32" fill="hold" grpId="0" nodeType="after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circle(out)">
                                      <p:cBhvr>
                                        <p:cTn id="55" dur="500"/>
                                        <p:tgtEl>
                                          <p:spTgt spid="19"/>
                                        </p:tgtEl>
                                      </p:cBhvr>
                                    </p:animEffect>
                                  </p:childTnLst>
                                </p:cTn>
                              </p:par>
                              <p:par>
                                <p:cTn id="56" presetID="6" presetClass="entr" presetSubtype="32" fill="hold" grpId="0"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circle(out)">
                                      <p:cBhvr>
                                        <p:cTn id="58" dur="500"/>
                                        <p:tgtEl>
                                          <p:spTgt spid="18"/>
                                        </p:tgtEl>
                                      </p:cBhvr>
                                    </p:animEffect>
                                  </p:childTnLst>
                                </p:cTn>
                              </p:par>
                              <p:par>
                                <p:cTn id="59" presetID="6" presetClass="entr" presetSubtype="32"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circle(out)">
                                      <p:cBhvr>
                                        <p:cTn id="61" dur="500"/>
                                        <p:tgtEl>
                                          <p:spTgt spid="21"/>
                                        </p:tgtEl>
                                      </p:cBhvr>
                                    </p:animEffect>
                                  </p:childTnLst>
                                </p:cTn>
                              </p:par>
                              <p:par>
                                <p:cTn id="62" presetID="6" presetClass="entr" presetSubtype="32"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circle(out)">
                                      <p:cBhvr>
                                        <p:cTn id="64" dur="500"/>
                                        <p:tgtEl>
                                          <p:spTgt spid="22"/>
                                        </p:tgtEl>
                                      </p:cBhvr>
                                    </p:animEffect>
                                  </p:childTnLst>
                                </p:cTn>
                              </p:par>
                              <p:par>
                                <p:cTn id="65" presetID="6" presetClass="entr" presetSubtype="32"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circle(out)">
                                      <p:cBhvr>
                                        <p:cTn id="6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97892" y="473968"/>
            <a:ext cx="9592767" cy="533797"/>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4167"/>
              </a:lnSpc>
              <a:buNone/>
            </a:pPr>
            <a:r>
              <a:rPr lang="en-US" sz="3333" b="1" dirty="0">
                <a:solidFill>
                  <a:srgbClr val="000000"/>
                </a:solidFill>
                <a:latin typeface="Times New Roman" panose="02020603050405020304" pitchFamily="18" charset="0"/>
                <a:ea typeface="Inter Bold" pitchFamily="34" charset="-122"/>
                <a:cs typeface="Times New Roman" panose="02020603050405020304" pitchFamily="18" charset="0"/>
              </a:rPr>
              <a:t>Results and Discussion: Impact and Efficiency</a:t>
            </a:r>
            <a:endParaRPr lang="en-US" sz="3333" dirty="0">
              <a:latin typeface="Times New Roman" panose="02020603050405020304" pitchFamily="18" charset="0"/>
              <a:cs typeface="Times New Roman" panose="02020603050405020304" pitchFamily="18" charset="0"/>
            </a:endParaRPr>
          </a:p>
        </p:txBody>
      </p:sp>
      <p:sp>
        <p:nvSpPr>
          <p:cNvPr id="3" name="Shape 1"/>
          <p:cNvSpPr/>
          <p:nvPr/>
        </p:nvSpPr>
        <p:spPr>
          <a:xfrm>
            <a:off x="597893" y="1605558"/>
            <a:ext cx="5412681" cy="1806278"/>
          </a:xfrm>
          <a:prstGeom prst="roundRect">
            <a:avLst>
              <a:gd name="adj" fmla="val 5062"/>
            </a:avLst>
          </a:prstGeom>
          <a:solidFill>
            <a:srgbClr val="FFFFFF"/>
          </a:solidFill>
          <a:ln/>
        </p:spPr>
        <p:txBody>
          <a:bodyPr/>
          <a:lstStyle/>
          <a:p>
            <a:endParaRPr lang="en-IN">
              <a:latin typeface="Georgia Pro" panose="02040502050405020303" pitchFamily="18" charset="0"/>
              <a:cs typeface="Times New Roman" panose="02020603050405020304" pitchFamily="18" charset="0"/>
            </a:endParaRPr>
          </a:p>
        </p:txBody>
      </p:sp>
      <p:sp>
        <p:nvSpPr>
          <p:cNvPr id="4" name="Shape 2"/>
          <p:cNvSpPr/>
          <p:nvPr/>
        </p:nvSpPr>
        <p:spPr>
          <a:xfrm>
            <a:off x="597893" y="1586508"/>
            <a:ext cx="5412681" cy="76200"/>
          </a:xfrm>
          <a:prstGeom prst="roundRect">
            <a:avLst>
              <a:gd name="adj" fmla="val 94160"/>
            </a:avLst>
          </a:prstGeom>
          <a:solidFill>
            <a:srgbClr val="4950BC"/>
          </a:solidFill>
          <a:ln/>
        </p:spPr>
        <p:txBody>
          <a:bodyPr/>
          <a:lstStyle/>
          <a:p>
            <a:endParaRPr lang="en-IN">
              <a:latin typeface="Georgia Pro" panose="02040502050405020303" pitchFamily="18" charset="0"/>
              <a:cs typeface="Times New Roman" panose="02020603050405020304" pitchFamily="18" charset="0"/>
            </a:endParaRPr>
          </a:p>
        </p:txBody>
      </p:sp>
      <p:sp>
        <p:nvSpPr>
          <p:cNvPr id="5" name="Shape 3"/>
          <p:cNvSpPr/>
          <p:nvPr/>
        </p:nvSpPr>
        <p:spPr>
          <a:xfrm>
            <a:off x="3047950" y="1349375"/>
            <a:ext cx="512465" cy="512465"/>
          </a:xfrm>
          <a:prstGeom prst="roundRect">
            <a:avLst>
              <a:gd name="adj" fmla="val 148693"/>
            </a:avLst>
          </a:prstGeom>
          <a:solidFill>
            <a:srgbClr val="4950BC"/>
          </a:solidFill>
          <a:ln/>
        </p:spPr>
        <p:txBody>
          <a:bodyPr/>
          <a:lstStyle/>
          <a:p>
            <a:endParaRPr lang="en-IN">
              <a:latin typeface="Georgia Pro" panose="02040502050405020303" pitchFamily="18" charset="0"/>
              <a:cs typeface="Times New Roman" panose="02020603050405020304" pitchFamily="18" charset="0"/>
            </a:endParaRPr>
          </a:p>
        </p:txBody>
      </p:sp>
      <p:sp>
        <p:nvSpPr>
          <p:cNvPr id="6" name="Text 4"/>
          <p:cNvSpPr/>
          <p:nvPr/>
        </p:nvSpPr>
        <p:spPr>
          <a:xfrm>
            <a:off x="3201640" y="1477467"/>
            <a:ext cx="204986" cy="2561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2542"/>
              </a:lnSpc>
              <a:buNone/>
            </a:pPr>
            <a:r>
              <a:rPr lang="en-US" sz="1583" b="1" dirty="0">
                <a:solidFill>
                  <a:srgbClr val="FFFFFF"/>
                </a:solidFill>
                <a:latin typeface="Georgia Pro" panose="02040502050405020303" pitchFamily="18" charset="0"/>
                <a:ea typeface="Inter Bold" pitchFamily="34" charset="-122"/>
                <a:cs typeface="Times New Roman" panose="02020603050405020304" pitchFamily="18" charset="0"/>
              </a:rPr>
              <a:t>1</a:t>
            </a:r>
            <a:endParaRPr lang="en-US" sz="1583" dirty="0">
              <a:latin typeface="Georgia Pro" panose="02040502050405020303" pitchFamily="18" charset="0"/>
              <a:cs typeface="Times New Roman" panose="02020603050405020304" pitchFamily="18" charset="0"/>
            </a:endParaRPr>
          </a:p>
        </p:txBody>
      </p:sp>
      <p:sp>
        <p:nvSpPr>
          <p:cNvPr id="7" name="Text 5"/>
          <p:cNvSpPr/>
          <p:nvPr/>
        </p:nvSpPr>
        <p:spPr>
          <a:xfrm>
            <a:off x="787698" y="2032595"/>
            <a:ext cx="2135386" cy="26689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083"/>
              </a:lnSpc>
              <a:buNone/>
            </a:pPr>
            <a:r>
              <a:rPr lang="en-US" sz="1667" b="1" dirty="0">
                <a:solidFill>
                  <a:srgbClr val="272525"/>
                </a:solidFill>
                <a:latin typeface="Georgia Pro" panose="02040502050405020303" pitchFamily="18" charset="0"/>
                <a:ea typeface="Inter Bold" pitchFamily="34" charset="-122"/>
                <a:cs typeface="Times New Roman" panose="02020603050405020304" pitchFamily="18" charset="0"/>
              </a:rPr>
              <a:t>Optimised Sampling</a:t>
            </a:r>
            <a:endParaRPr lang="en-US" sz="1667" dirty="0">
              <a:latin typeface="Georgia Pro" panose="02040502050405020303" pitchFamily="18" charset="0"/>
              <a:cs typeface="Times New Roman" panose="02020603050405020304" pitchFamily="18" charset="0"/>
            </a:endParaRPr>
          </a:p>
        </p:txBody>
      </p:sp>
      <p:sp>
        <p:nvSpPr>
          <p:cNvPr id="8" name="Text 6"/>
          <p:cNvSpPr/>
          <p:nvPr/>
        </p:nvSpPr>
        <p:spPr>
          <a:xfrm>
            <a:off x="787698" y="2401987"/>
            <a:ext cx="5033069" cy="546695"/>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25"/>
              </a:lnSpc>
              <a:buNone/>
            </a:pPr>
            <a:r>
              <a:rPr lang="en-US" sz="1333" dirty="0">
                <a:solidFill>
                  <a:srgbClr val="272525"/>
                </a:solidFill>
                <a:latin typeface="Georgia Pro" panose="02040502050405020303" pitchFamily="18" charset="0"/>
                <a:ea typeface="Inter" pitchFamily="34" charset="-122"/>
                <a:cs typeface="Times New Roman" panose="02020603050405020304" pitchFamily="18" charset="0"/>
              </a:rPr>
              <a:t>We limit visualisations to 1000 rows to prevent lag, ensuring smooth interaction even with large datasets.</a:t>
            </a:r>
            <a:endParaRPr lang="en-US" sz="1333" dirty="0">
              <a:latin typeface="Georgia Pro" panose="02040502050405020303" pitchFamily="18" charset="0"/>
              <a:cs typeface="Times New Roman" panose="02020603050405020304" pitchFamily="18" charset="0"/>
            </a:endParaRPr>
          </a:p>
        </p:txBody>
      </p:sp>
      <p:sp>
        <p:nvSpPr>
          <p:cNvPr id="9" name="Shape 7"/>
          <p:cNvSpPr/>
          <p:nvPr/>
        </p:nvSpPr>
        <p:spPr>
          <a:xfrm>
            <a:off x="6181328" y="1605558"/>
            <a:ext cx="5412780" cy="1806278"/>
          </a:xfrm>
          <a:prstGeom prst="roundRect">
            <a:avLst>
              <a:gd name="adj" fmla="val 5062"/>
            </a:avLst>
          </a:prstGeom>
          <a:solidFill>
            <a:srgbClr val="FFFFFF"/>
          </a:solidFill>
          <a:ln/>
        </p:spPr>
        <p:txBody>
          <a:bodyPr/>
          <a:lstStyle/>
          <a:p>
            <a:endParaRPr lang="en-IN">
              <a:latin typeface="Georgia Pro" panose="02040502050405020303" pitchFamily="18" charset="0"/>
              <a:cs typeface="Times New Roman" panose="02020603050405020304" pitchFamily="18" charset="0"/>
            </a:endParaRPr>
          </a:p>
        </p:txBody>
      </p:sp>
      <p:sp>
        <p:nvSpPr>
          <p:cNvPr id="10" name="Shape 8"/>
          <p:cNvSpPr/>
          <p:nvPr/>
        </p:nvSpPr>
        <p:spPr>
          <a:xfrm>
            <a:off x="6181328" y="1586508"/>
            <a:ext cx="5412780" cy="76200"/>
          </a:xfrm>
          <a:prstGeom prst="roundRect">
            <a:avLst>
              <a:gd name="adj" fmla="val 94160"/>
            </a:avLst>
          </a:prstGeom>
          <a:solidFill>
            <a:srgbClr val="4950BC"/>
          </a:solidFill>
          <a:ln/>
        </p:spPr>
        <p:txBody>
          <a:bodyPr/>
          <a:lstStyle/>
          <a:p>
            <a:endParaRPr lang="en-IN">
              <a:latin typeface="Georgia Pro" panose="02040502050405020303" pitchFamily="18" charset="0"/>
              <a:cs typeface="Times New Roman" panose="02020603050405020304" pitchFamily="18" charset="0"/>
            </a:endParaRPr>
          </a:p>
        </p:txBody>
      </p:sp>
      <p:sp>
        <p:nvSpPr>
          <p:cNvPr id="11" name="Shape 9"/>
          <p:cNvSpPr/>
          <p:nvPr/>
        </p:nvSpPr>
        <p:spPr>
          <a:xfrm>
            <a:off x="8631486" y="1349375"/>
            <a:ext cx="512465" cy="512465"/>
          </a:xfrm>
          <a:prstGeom prst="roundRect">
            <a:avLst>
              <a:gd name="adj" fmla="val 148693"/>
            </a:avLst>
          </a:prstGeom>
          <a:solidFill>
            <a:srgbClr val="4950BC"/>
          </a:solidFill>
          <a:ln/>
        </p:spPr>
        <p:txBody>
          <a:bodyPr/>
          <a:lstStyle/>
          <a:p>
            <a:endParaRPr lang="en-IN">
              <a:latin typeface="Georgia Pro" panose="02040502050405020303" pitchFamily="18" charset="0"/>
              <a:cs typeface="Times New Roman" panose="02020603050405020304" pitchFamily="18" charset="0"/>
            </a:endParaRPr>
          </a:p>
        </p:txBody>
      </p:sp>
      <p:sp>
        <p:nvSpPr>
          <p:cNvPr id="12" name="Text 10"/>
          <p:cNvSpPr/>
          <p:nvPr/>
        </p:nvSpPr>
        <p:spPr>
          <a:xfrm>
            <a:off x="8785175" y="1477467"/>
            <a:ext cx="204986" cy="2561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2542"/>
              </a:lnSpc>
              <a:buNone/>
            </a:pPr>
            <a:r>
              <a:rPr lang="en-US" sz="1583" b="1" dirty="0">
                <a:solidFill>
                  <a:srgbClr val="FFFFFF"/>
                </a:solidFill>
                <a:latin typeface="Georgia Pro" panose="02040502050405020303" pitchFamily="18" charset="0"/>
                <a:ea typeface="Inter Bold" pitchFamily="34" charset="-122"/>
                <a:cs typeface="Times New Roman" panose="02020603050405020304" pitchFamily="18" charset="0"/>
              </a:rPr>
              <a:t>2</a:t>
            </a:r>
            <a:endParaRPr lang="en-US" sz="1583" dirty="0">
              <a:latin typeface="Georgia Pro" panose="02040502050405020303" pitchFamily="18" charset="0"/>
              <a:cs typeface="Times New Roman" panose="02020603050405020304" pitchFamily="18" charset="0"/>
            </a:endParaRPr>
          </a:p>
        </p:txBody>
      </p:sp>
      <p:sp>
        <p:nvSpPr>
          <p:cNvPr id="13" name="Text 11"/>
          <p:cNvSpPr/>
          <p:nvPr/>
        </p:nvSpPr>
        <p:spPr>
          <a:xfrm>
            <a:off x="6371134" y="2032595"/>
            <a:ext cx="2372221" cy="26689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083"/>
              </a:lnSpc>
              <a:buNone/>
            </a:pPr>
            <a:r>
              <a:rPr lang="en-US" sz="1667" b="1" dirty="0">
                <a:solidFill>
                  <a:srgbClr val="272525"/>
                </a:solidFill>
                <a:latin typeface="Georgia Pro" panose="02040502050405020303" pitchFamily="18" charset="0"/>
                <a:ea typeface="Inter Bold" pitchFamily="34" charset="-122"/>
                <a:cs typeface="Times New Roman" panose="02020603050405020304" pitchFamily="18" charset="0"/>
              </a:rPr>
              <a:t>Arrow-safe DataFrame</a:t>
            </a:r>
            <a:endParaRPr lang="en-US" sz="1667" dirty="0">
              <a:latin typeface="Georgia Pro" panose="02040502050405020303" pitchFamily="18" charset="0"/>
              <a:cs typeface="Times New Roman" panose="02020603050405020304" pitchFamily="18" charset="0"/>
            </a:endParaRPr>
          </a:p>
        </p:txBody>
      </p:sp>
      <p:sp>
        <p:nvSpPr>
          <p:cNvPr id="14" name="Text 12"/>
          <p:cNvSpPr/>
          <p:nvPr/>
        </p:nvSpPr>
        <p:spPr>
          <a:xfrm>
            <a:off x="6371134" y="2401987"/>
            <a:ext cx="5033169" cy="820043"/>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25"/>
              </a:lnSpc>
              <a:buNone/>
            </a:pPr>
            <a:r>
              <a:rPr lang="en-US" sz="1333" dirty="0">
                <a:solidFill>
                  <a:srgbClr val="272525"/>
                </a:solidFill>
                <a:latin typeface="Georgia Pro" panose="02040502050405020303" pitchFamily="18" charset="0"/>
                <a:ea typeface="Inter" pitchFamily="34" charset="-122"/>
                <a:cs typeface="Times New Roman" panose="02020603050405020304" pitchFamily="18" charset="0"/>
              </a:rPr>
              <a:t>This feature prevents Streamlit from crashing, handling nullable integers or mixed data types gracefully for enhanced stability.</a:t>
            </a:r>
            <a:endParaRPr lang="en-US" sz="1333" dirty="0">
              <a:latin typeface="Georgia Pro" panose="02040502050405020303" pitchFamily="18" charset="0"/>
              <a:cs typeface="Times New Roman" panose="02020603050405020304" pitchFamily="18" charset="0"/>
            </a:endParaRPr>
          </a:p>
        </p:txBody>
      </p:sp>
      <p:sp>
        <p:nvSpPr>
          <p:cNvPr id="15" name="Shape 13"/>
          <p:cNvSpPr/>
          <p:nvPr/>
        </p:nvSpPr>
        <p:spPr>
          <a:xfrm>
            <a:off x="597893" y="3838774"/>
            <a:ext cx="5412681" cy="1806278"/>
          </a:xfrm>
          <a:prstGeom prst="roundRect">
            <a:avLst>
              <a:gd name="adj" fmla="val 5062"/>
            </a:avLst>
          </a:prstGeom>
          <a:solidFill>
            <a:srgbClr val="FFFFFF"/>
          </a:solidFill>
          <a:ln/>
        </p:spPr>
        <p:txBody>
          <a:bodyPr/>
          <a:lstStyle/>
          <a:p>
            <a:endParaRPr lang="en-IN">
              <a:latin typeface="Georgia Pro" panose="02040502050405020303" pitchFamily="18" charset="0"/>
              <a:cs typeface="Times New Roman" panose="02020603050405020304" pitchFamily="18" charset="0"/>
            </a:endParaRPr>
          </a:p>
        </p:txBody>
      </p:sp>
      <p:sp>
        <p:nvSpPr>
          <p:cNvPr id="16" name="Shape 14"/>
          <p:cNvSpPr/>
          <p:nvPr/>
        </p:nvSpPr>
        <p:spPr>
          <a:xfrm>
            <a:off x="597893" y="3819723"/>
            <a:ext cx="5412681" cy="76200"/>
          </a:xfrm>
          <a:prstGeom prst="roundRect">
            <a:avLst>
              <a:gd name="adj" fmla="val 94160"/>
            </a:avLst>
          </a:prstGeom>
          <a:solidFill>
            <a:srgbClr val="4950BC"/>
          </a:solidFill>
          <a:ln/>
        </p:spPr>
        <p:txBody>
          <a:bodyPr/>
          <a:lstStyle/>
          <a:p>
            <a:endParaRPr lang="en-IN">
              <a:latin typeface="Georgia Pro" panose="02040502050405020303" pitchFamily="18" charset="0"/>
              <a:cs typeface="Times New Roman" panose="02020603050405020304" pitchFamily="18" charset="0"/>
            </a:endParaRPr>
          </a:p>
        </p:txBody>
      </p:sp>
      <p:sp>
        <p:nvSpPr>
          <p:cNvPr id="17" name="Shape 15"/>
          <p:cNvSpPr/>
          <p:nvPr/>
        </p:nvSpPr>
        <p:spPr>
          <a:xfrm>
            <a:off x="3047950" y="3582591"/>
            <a:ext cx="512465" cy="512465"/>
          </a:xfrm>
          <a:prstGeom prst="roundRect">
            <a:avLst>
              <a:gd name="adj" fmla="val 148693"/>
            </a:avLst>
          </a:prstGeom>
          <a:solidFill>
            <a:srgbClr val="4950BC"/>
          </a:solidFill>
          <a:ln/>
        </p:spPr>
        <p:txBody>
          <a:bodyPr/>
          <a:lstStyle/>
          <a:p>
            <a:endParaRPr lang="en-IN">
              <a:latin typeface="Georgia Pro" panose="02040502050405020303" pitchFamily="18" charset="0"/>
              <a:cs typeface="Times New Roman" panose="02020603050405020304" pitchFamily="18" charset="0"/>
            </a:endParaRPr>
          </a:p>
        </p:txBody>
      </p:sp>
      <p:sp>
        <p:nvSpPr>
          <p:cNvPr id="18" name="Text 16"/>
          <p:cNvSpPr/>
          <p:nvPr/>
        </p:nvSpPr>
        <p:spPr>
          <a:xfrm>
            <a:off x="3201640" y="3710682"/>
            <a:ext cx="204986" cy="2561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2542"/>
              </a:lnSpc>
              <a:buNone/>
            </a:pPr>
            <a:r>
              <a:rPr lang="en-US" sz="1583" b="1" dirty="0">
                <a:solidFill>
                  <a:srgbClr val="FFFFFF"/>
                </a:solidFill>
                <a:latin typeface="Georgia Pro" panose="02040502050405020303" pitchFamily="18" charset="0"/>
                <a:ea typeface="Inter Bold" pitchFamily="34" charset="-122"/>
                <a:cs typeface="Times New Roman" panose="02020603050405020304" pitchFamily="18" charset="0"/>
              </a:rPr>
              <a:t>3</a:t>
            </a:r>
            <a:endParaRPr lang="en-US" sz="1583" dirty="0">
              <a:latin typeface="Georgia Pro" panose="02040502050405020303" pitchFamily="18" charset="0"/>
              <a:cs typeface="Times New Roman" panose="02020603050405020304" pitchFamily="18" charset="0"/>
            </a:endParaRPr>
          </a:p>
        </p:txBody>
      </p:sp>
      <p:sp>
        <p:nvSpPr>
          <p:cNvPr id="19" name="Text 17"/>
          <p:cNvSpPr/>
          <p:nvPr/>
        </p:nvSpPr>
        <p:spPr>
          <a:xfrm>
            <a:off x="787698" y="4265811"/>
            <a:ext cx="2536428" cy="26689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083"/>
              </a:lnSpc>
              <a:buNone/>
            </a:pPr>
            <a:r>
              <a:rPr lang="en-US" sz="1667" b="1" dirty="0">
                <a:solidFill>
                  <a:srgbClr val="272525"/>
                </a:solidFill>
                <a:latin typeface="Georgia Pro" panose="02040502050405020303" pitchFamily="18" charset="0"/>
                <a:ea typeface="Inter Bold" pitchFamily="34" charset="-122"/>
                <a:cs typeface="Times New Roman" panose="02020603050405020304" pitchFamily="18" charset="0"/>
              </a:rPr>
              <a:t>Persistent Session State</a:t>
            </a:r>
            <a:endParaRPr lang="en-US" sz="1667" dirty="0">
              <a:latin typeface="Georgia Pro" panose="02040502050405020303" pitchFamily="18" charset="0"/>
              <a:cs typeface="Times New Roman" panose="02020603050405020304" pitchFamily="18" charset="0"/>
            </a:endParaRPr>
          </a:p>
        </p:txBody>
      </p:sp>
      <p:sp>
        <p:nvSpPr>
          <p:cNvPr id="20" name="Text 18"/>
          <p:cNvSpPr/>
          <p:nvPr/>
        </p:nvSpPr>
        <p:spPr>
          <a:xfrm>
            <a:off x="787698" y="4635203"/>
            <a:ext cx="5033069" cy="820043"/>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25"/>
              </a:lnSpc>
              <a:buNone/>
            </a:pPr>
            <a:r>
              <a:rPr lang="en-US" sz="1333" dirty="0">
                <a:solidFill>
                  <a:srgbClr val="272525"/>
                </a:solidFill>
                <a:latin typeface="Georgia Pro" panose="02040502050405020303" pitchFamily="18" charset="0"/>
                <a:ea typeface="Inter" pitchFamily="34" charset="-122"/>
                <a:cs typeface="Times New Roman" panose="02020603050405020304" pitchFamily="18" charset="0"/>
              </a:rPr>
              <a:t>Users can generate multiple graphs and view them in a combined dashboard without losing previous graphs, offering a comprehensive view.</a:t>
            </a:r>
            <a:endParaRPr lang="en-US" sz="1333" dirty="0">
              <a:latin typeface="Georgia Pro" panose="02040502050405020303" pitchFamily="18" charset="0"/>
              <a:cs typeface="Times New Roman" panose="02020603050405020304" pitchFamily="18" charset="0"/>
            </a:endParaRPr>
          </a:p>
        </p:txBody>
      </p:sp>
      <p:sp>
        <p:nvSpPr>
          <p:cNvPr id="21" name="Shape 19"/>
          <p:cNvSpPr/>
          <p:nvPr/>
        </p:nvSpPr>
        <p:spPr>
          <a:xfrm>
            <a:off x="6181328" y="3838774"/>
            <a:ext cx="5412780" cy="1806278"/>
          </a:xfrm>
          <a:prstGeom prst="roundRect">
            <a:avLst>
              <a:gd name="adj" fmla="val 5062"/>
            </a:avLst>
          </a:prstGeom>
          <a:solidFill>
            <a:srgbClr val="FFFFFF"/>
          </a:solidFill>
          <a:ln/>
        </p:spPr>
        <p:txBody>
          <a:bodyPr/>
          <a:lstStyle/>
          <a:p>
            <a:endParaRPr lang="en-IN">
              <a:latin typeface="Georgia Pro" panose="02040502050405020303" pitchFamily="18" charset="0"/>
              <a:cs typeface="Times New Roman" panose="02020603050405020304" pitchFamily="18" charset="0"/>
            </a:endParaRPr>
          </a:p>
        </p:txBody>
      </p:sp>
      <p:sp>
        <p:nvSpPr>
          <p:cNvPr id="22" name="Shape 20"/>
          <p:cNvSpPr/>
          <p:nvPr/>
        </p:nvSpPr>
        <p:spPr>
          <a:xfrm>
            <a:off x="6181328" y="3819723"/>
            <a:ext cx="5412780" cy="76200"/>
          </a:xfrm>
          <a:prstGeom prst="roundRect">
            <a:avLst>
              <a:gd name="adj" fmla="val 94160"/>
            </a:avLst>
          </a:prstGeom>
          <a:solidFill>
            <a:srgbClr val="4950BC"/>
          </a:solidFill>
          <a:ln/>
        </p:spPr>
        <p:txBody>
          <a:bodyPr/>
          <a:lstStyle/>
          <a:p>
            <a:endParaRPr lang="en-IN">
              <a:latin typeface="Georgia Pro" panose="02040502050405020303" pitchFamily="18" charset="0"/>
              <a:cs typeface="Times New Roman" panose="02020603050405020304" pitchFamily="18" charset="0"/>
            </a:endParaRPr>
          </a:p>
        </p:txBody>
      </p:sp>
      <p:sp>
        <p:nvSpPr>
          <p:cNvPr id="23" name="Shape 21"/>
          <p:cNvSpPr/>
          <p:nvPr/>
        </p:nvSpPr>
        <p:spPr>
          <a:xfrm>
            <a:off x="8631486" y="3582591"/>
            <a:ext cx="512465" cy="512465"/>
          </a:xfrm>
          <a:prstGeom prst="roundRect">
            <a:avLst>
              <a:gd name="adj" fmla="val 148693"/>
            </a:avLst>
          </a:prstGeom>
          <a:solidFill>
            <a:srgbClr val="4950BC"/>
          </a:solidFill>
          <a:ln/>
        </p:spPr>
        <p:txBody>
          <a:bodyPr/>
          <a:lstStyle/>
          <a:p>
            <a:endParaRPr lang="en-IN">
              <a:latin typeface="Georgia Pro" panose="02040502050405020303" pitchFamily="18" charset="0"/>
              <a:cs typeface="Times New Roman" panose="02020603050405020304" pitchFamily="18" charset="0"/>
            </a:endParaRPr>
          </a:p>
        </p:txBody>
      </p:sp>
      <p:sp>
        <p:nvSpPr>
          <p:cNvPr id="24" name="Text 22"/>
          <p:cNvSpPr/>
          <p:nvPr/>
        </p:nvSpPr>
        <p:spPr>
          <a:xfrm>
            <a:off x="8785175" y="3710682"/>
            <a:ext cx="204986" cy="25618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ctr">
              <a:lnSpc>
                <a:spcPts val="2542"/>
              </a:lnSpc>
              <a:buNone/>
            </a:pPr>
            <a:r>
              <a:rPr lang="en-US" sz="1583" b="1" dirty="0">
                <a:solidFill>
                  <a:srgbClr val="FFFFFF"/>
                </a:solidFill>
                <a:latin typeface="Georgia Pro" panose="02040502050405020303" pitchFamily="18" charset="0"/>
                <a:ea typeface="Inter Bold" pitchFamily="34" charset="-122"/>
                <a:cs typeface="Times New Roman" panose="02020603050405020304" pitchFamily="18" charset="0"/>
              </a:rPr>
              <a:t>4</a:t>
            </a:r>
            <a:endParaRPr lang="en-US" sz="1583" dirty="0">
              <a:latin typeface="Georgia Pro" panose="02040502050405020303" pitchFamily="18" charset="0"/>
              <a:cs typeface="Times New Roman" panose="02020603050405020304" pitchFamily="18" charset="0"/>
            </a:endParaRPr>
          </a:p>
        </p:txBody>
      </p:sp>
      <p:sp>
        <p:nvSpPr>
          <p:cNvPr id="25" name="Text 23"/>
          <p:cNvSpPr/>
          <p:nvPr/>
        </p:nvSpPr>
        <p:spPr>
          <a:xfrm>
            <a:off x="6371134" y="4265811"/>
            <a:ext cx="2507953" cy="26689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083"/>
              </a:lnSpc>
              <a:buNone/>
            </a:pPr>
            <a:r>
              <a:rPr lang="en-US" sz="1667" b="1" dirty="0">
                <a:solidFill>
                  <a:srgbClr val="272525"/>
                </a:solidFill>
                <a:latin typeface="Georgia Pro" panose="02040502050405020303" pitchFamily="18" charset="0"/>
                <a:ea typeface="Inter Bold" pitchFamily="34" charset="-122"/>
                <a:cs typeface="Times New Roman" panose="02020603050405020304" pitchFamily="18" charset="0"/>
              </a:rPr>
              <a:t>Flexible Export Features</a:t>
            </a:r>
            <a:endParaRPr lang="en-US" sz="1667" dirty="0">
              <a:latin typeface="Georgia Pro" panose="02040502050405020303" pitchFamily="18" charset="0"/>
              <a:cs typeface="Times New Roman" panose="02020603050405020304" pitchFamily="18" charset="0"/>
            </a:endParaRPr>
          </a:p>
        </p:txBody>
      </p:sp>
      <p:sp>
        <p:nvSpPr>
          <p:cNvPr id="26" name="Text 24"/>
          <p:cNvSpPr/>
          <p:nvPr/>
        </p:nvSpPr>
        <p:spPr>
          <a:xfrm>
            <a:off x="6371134" y="4635203"/>
            <a:ext cx="5033169" cy="820043"/>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125"/>
              </a:lnSpc>
              <a:buNone/>
            </a:pPr>
            <a:r>
              <a:rPr lang="en-US" sz="1333" dirty="0">
                <a:solidFill>
                  <a:srgbClr val="272525"/>
                </a:solidFill>
                <a:latin typeface="Georgia Pro" panose="02040502050405020303" pitchFamily="18" charset="0"/>
                <a:ea typeface="Inter" pitchFamily="34" charset="-122"/>
                <a:cs typeface="Times New Roman" panose="02020603050405020304" pitchFamily="18" charset="0"/>
              </a:rPr>
              <a:t>Users can export individual graphs or a full PDF report with all insights, facilitating easy sharing and documentation of findings.</a:t>
            </a:r>
            <a:endParaRPr lang="en-US" sz="1333" dirty="0">
              <a:latin typeface="Georgia Pro" panose="02040502050405020303" pitchFamily="18" charset="0"/>
              <a:cs typeface="Times New Roman" panose="02020603050405020304" pitchFamily="18" charset="0"/>
            </a:endParaRPr>
          </a:p>
        </p:txBody>
      </p:sp>
    </p:spTree>
    <p:extLst>
      <p:ext uri="{BB962C8B-B14F-4D97-AF65-F5344CB8AC3E}">
        <p14:creationId xmlns:p14="http://schemas.microsoft.com/office/powerpoint/2010/main" val="615825834"/>
      </p:ext>
    </p:extLst>
  </p:cSld>
  <p:clrMapOvr>
    <a:masterClrMapping/>
  </p:clrMapOvr>
  <mc:AlternateContent xmlns:mc="http://schemas.openxmlformats.org/markup-compatibility/2006">
    <mc:Choice xmlns:p15="http://schemas.microsoft.com/office/powerpoint/2012/main" Requires="p15">
      <p:transition spd="med">
        <p15:prstTrans prst="pageCurlDoubl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outVertical)">
                                      <p:cBhvr>
                                        <p:cTn id="10" dur="500"/>
                                        <p:tgtEl>
                                          <p:spTgt spid="5"/>
                                        </p:tgtEl>
                                      </p:cBhvr>
                                    </p:animEffect>
                                  </p:childTnLst>
                                </p:cTn>
                              </p:par>
                              <p:par>
                                <p:cTn id="11" presetID="16" presetClass="entr" presetSubtype="37"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outVertical)">
                                      <p:cBhvr>
                                        <p:cTn id="13" dur="500"/>
                                        <p:tgtEl>
                                          <p:spTgt spid="4"/>
                                        </p:tgtEl>
                                      </p:cBhvr>
                                    </p:animEffect>
                                  </p:childTnLst>
                                </p:cTn>
                              </p:par>
                              <p:par>
                                <p:cTn id="14" presetID="16" presetClass="entr" presetSubtype="37"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outVertical)">
                                      <p:cBhvr>
                                        <p:cTn id="16" dur="500"/>
                                        <p:tgtEl>
                                          <p:spTgt spid="7"/>
                                        </p:tgtEl>
                                      </p:cBhvr>
                                    </p:animEffect>
                                  </p:childTnLst>
                                </p:cTn>
                              </p:par>
                              <p:par>
                                <p:cTn id="17" presetID="16" presetClass="entr" presetSubtype="37"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outVertical)">
                                      <p:cBhvr>
                                        <p:cTn id="19" dur="500"/>
                                        <p:tgtEl>
                                          <p:spTgt spid="8"/>
                                        </p:tgtEl>
                                      </p:cBhvr>
                                    </p:animEffect>
                                  </p:childTnLst>
                                </p:cTn>
                              </p:par>
                            </p:childTnLst>
                          </p:cTn>
                        </p:par>
                        <p:par>
                          <p:cTn id="20" fill="hold">
                            <p:stCondLst>
                              <p:cond delay="500"/>
                            </p:stCondLst>
                            <p:childTnLst>
                              <p:par>
                                <p:cTn id="21" presetID="16" presetClass="entr" presetSubtype="37"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arn(outVertical)">
                                      <p:cBhvr>
                                        <p:cTn id="23" dur="500"/>
                                        <p:tgtEl>
                                          <p:spTgt spid="12"/>
                                        </p:tgtEl>
                                      </p:cBhvr>
                                    </p:animEffect>
                                  </p:childTnLst>
                                </p:cTn>
                              </p:par>
                              <p:par>
                                <p:cTn id="24" presetID="16" presetClass="entr" presetSubtype="37"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arn(outVertical)">
                                      <p:cBhvr>
                                        <p:cTn id="26" dur="500"/>
                                        <p:tgtEl>
                                          <p:spTgt spid="11"/>
                                        </p:tgtEl>
                                      </p:cBhvr>
                                    </p:animEffect>
                                  </p:childTnLst>
                                </p:cTn>
                              </p:par>
                              <p:par>
                                <p:cTn id="27" presetID="16" presetClass="entr" presetSubtype="37"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arn(outVertical)">
                                      <p:cBhvr>
                                        <p:cTn id="29" dur="500"/>
                                        <p:tgtEl>
                                          <p:spTgt spid="10"/>
                                        </p:tgtEl>
                                      </p:cBhvr>
                                    </p:animEffect>
                                  </p:childTnLst>
                                </p:cTn>
                              </p:par>
                              <p:par>
                                <p:cTn id="30" presetID="16" presetClass="entr" presetSubtype="37"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arn(outVertical)">
                                      <p:cBhvr>
                                        <p:cTn id="32" dur="500"/>
                                        <p:tgtEl>
                                          <p:spTgt spid="13"/>
                                        </p:tgtEl>
                                      </p:cBhvr>
                                    </p:animEffect>
                                  </p:childTnLst>
                                </p:cTn>
                              </p:par>
                              <p:par>
                                <p:cTn id="33" presetID="16" presetClass="entr" presetSubtype="37"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barn(outVertical)">
                                      <p:cBhvr>
                                        <p:cTn id="35" dur="500"/>
                                        <p:tgtEl>
                                          <p:spTgt spid="14"/>
                                        </p:tgtEl>
                                      </p:cBhvr>
                                    </p:animEffect>
                                  </p:childTnLst>
                                </p:cTn>
                              </p:par>
                            </p:childTnLst>
                          </p:cTn>
                        </p:par>
                        <p:par>
                          <p:cTn id="36" fill="hold">
                            <p:stCondLst>
                              <p:cond delay="1000"/>
                            </p:stCondLst>
                            <p:childTnLst>
                              <p:par>
                                <p:cTn id="37" presetID="16" presetClass="entr" presetSubtype="37"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barn(outVertical)">
                                      <p:cBhvr>
                                        <p:cTn id="39" dur="500"/>
                                        <p:tgtEl>
                                          <p:spTgt spid="18"/>
                                        </p:tgtEl>
                                      </p:cBhvr>
                                    </p:animEffect>
                                  </p:childTnLst>
                                </p:cTn>
                              </p:par>
                              <p:par>
                                <p:cTn id="40" presetID="16" presetClass="entr" presetSubtype="37"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barn(outVertical)">
                                      <p:cBhvr>
                                        <p:cTn id="42" dur="500"/>
                                        <p:tgtEl>
                                          <p:spTgt spid="17"/>
                                        </p:tgtEl>
                                      </p:cBhvr>
                                    </p:animEffect>
                                  </p:childTnLst>
                                </p:cTn>
                              </p:par>
                              <p:par>
                                <p:cTn id="43" presetID="16" presetClass="entr" presetSubtype="37"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barn(outVertical)">
                                      <p:cBhvr>
                                        <p:cTn id="45" dur="500"/>
                                        <p:tgtEl>
                                          <p:spTgt spid="16"/>
                                        </p:tgtEl>
                                      </p:cBhvr>
                                    </p:animEffect>
                                  </p:childTnLst>
                                </p:cTn>
                              </p:par>
                              <p:par>
                                <p:cTn id="46" presetID="16" presetClass="entr" presetSubtype="37"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barn(outVertical)">
                                      <p:cBhvr>
                                        <p:cTn id="48" dur="500"/>
                                        <p:tgtEl>
                                          <p:spTgt spid="19"/>
                                        </p:tgtEl>
                                      </p:cBhvr>
                                    </p:animEffect>
                                  </p:childTnLst>
                                </p:cTn>
                              </p:par>
                              <p:par>
                                <p:cTn id="49" presetID="16" presetClass="entr" presetSubtype="37"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barn(outVertical)">
                                      <p:cBhvr>
                                        <p:cTn id="51" dur="500"/>
                                        <p:tgtEl>
                                          <p:spTgt spid="20"/>
                                        </p:tgtEl>
                                      </p:cBhvr>
                                    </p:animEffect>
                                  </p:childTnLst>
                                </p:cTn>
                              </p:par>
                            </p:childTnLst>
                          </p:cTn>
                        </p:par>
                        <p:par>
                          <p:cTn id="52" fill="hold">
                            <p:stCondLst>
                              <p:cond delay="1500"/>
                            </p:stCondLst>
                            <p:childTnLst>
                              <p:par>
                                <p:cTn id="53" presetID="16" presetClass="entr" presetSubtype="37" fill="hold" grpId="0" nodeType="after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barn(outVertical)">
                                      <p:cBhvr>
                                        <p:cTn id="55" dur="500"/>
                                        <p:tgtEl>
                                          <p:spTgt spid="24"/>
                                        </p:tgtEl>
                                      </p:cBhvr>
                                    </p:animEffect>
                                  </p:childTnLst>
                                </p:cTn>
                              </p:par>
                              <p:par>
                                <p:cTn id="56" presetID="16" presetClass="entr" presetSubtype="37"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barn(outVertical)">
                                      <p:cBhvr>
                                        <p:cTn id="58" dur="500"/>
                                        <p:tgtEl>
                                          <p:spTgt spid="23"/>
                                        </p:tgtEl>
                                      </p:cBhvr>
                                    </p:animEffect>
                                  </p:childTnLst>
                                </p:cTn>
                              </p:par>
                              <p:par>
                                <p:cTn id="59" presetID="16" presetClass="entr" presetSubtype="37"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barn(outVertical)">
                                      <p:cBhvr>
                                        <p:cTn id="61" dur="500"/>
                                        <p:tgtEl>
                                          <p:spTgt spid="22"/>
                                        </p:tgtEl>
                                      </p:cBhvr>
                                    </p:animEffect>
                                  </p:childTnLst>
                                </p:cTn>
                              </p:par>
                              <p:par>
                                <p:cTn id="62" presetID="16" presetClass="entr" presetSubtype="37"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barn(outVertical)">
                                      <p:cBhvr>
                                        <p:cTn id="64" dur="500"/>
                                        <p:tgtEl>
                                          <p:spTgt spid="25"/>
                                        </p:tgtEl>
                                      </p:cBhvr>
                                    </p:animEffect>
                                  </p:childTnLst>
                                </p:cTn>
                              </p:par>
                              <p:par>
                                <p:cTn id="65" presetID="16" presetClass="entr" presetSubtype="37"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barn(outVertical)">
                                      <p:cBhvr>
                                        <p:cTn id="6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2" grpId="0" animBg="1"/>
      <p:bldP spid="23" grpId="0" animBg="1"/>
      <p:bldP spid="24" grpId="0" animBg="1"/>
      <p:bldP spid="25" grpId="0" animBg="1"/>
      <p:bldP spid="2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Shape 0"/>
          <p:cNvSpPr/>
          <p:nvPr/>
        </p:nvSpPr>
        <p:spPr>
          <a:xfrm>
            <a:off x="-50" y="61668"/>
            <a:ext cx="12192000" cy="7049386"/>
          </a:xfrm>
          <a:prstGeom prst="rect">
            <a:avLst/>
          </a:prstGeom>
          <a:solidFill>
            <a:srgbClr val="FFFFFF">
              <a:alpha val="85000"/>
            </a:srgbClr>
          </a:solidFill>
          <a:ln/>
          <a:effectLst>
            <a:outerShdw blurRad="50800" dist="50800" dir="5400000" algn="ctr" rotWithShape="0">
              <a:srgbClr val="000000">
                <a:alpha val="0"/>
              </a:srgbClr>
            </a:outerShdw>
          </a:effectLst>
        </p:spPr>
        <p:txBody>
          <a:bodyPr/>
          <a:lstStyle/>
          <a:p>
            <a:endParaRPr lang="en-IN" dirty="0">
              <a:latin typeface="Georgia Pro" panose="02040502050405020303" pitchFamily="18" charset="0"/>
            </a:endParaRPr>
          </a:p>
        </p:txBody>
      </p:sp>
      <p:sp>
        <p:nvSpPr>
          <p:cNvPr id="4" name="Text 1"/>
          <p:cNvSpPr/>
          <p:nvPr/>
        </p:nvSpPr>
        <p:spPr>
          <a:xfrm>
            <a:off x="661492" y="555526"/>
            <a:ext cx="9760644" cy="59064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4625"/>
              </a:lnSpc>
              <a:buNone/>
            </a:pPr>
            <a:r>
              <a:rPr lang="en-US" sz="3708" b="1" dirty="0">
                <a:solidFill>
                  <a:srgbClr val="000000"/>
                </a:solidFill>
                <a:latin typeface="Times New Roman" panose="02020603050405020304" pitchFamily="18" charset="0"/>
                <a:ea typeface="Inter Bold" pitchFamily="34" charset="-122"/>
                <a:cs typeface="Times New Roman" panose="02020603050405020304" pitchFamily="18" charset="0"/>
              </a:rPr>
              <a:t>Streamlining Data Uploads: Code Snippets</a:t>
            </a:r>
            <a:endParaRPr lang="en-US" sz="3708" dirty="0">
              <a:latin typeface="Times New Roman" panose="02020603050405020304" pitchFamily="18" charset="0"/>
              <a:cs typeface="Times New Roman" panose="02020603050405020304" pitchFamily="18" charset="0"/>
            </a:endParaRPr>
          </a:p>
        </p:txBody>
      </p:sp>
      <p:sp>
        <p:nvSpPr>
          <p:cNvPr id="6" name="Shape 3"/>
          <p:cNvSpPr/>
          <p:nvPr/>
        </p:nvSpPr>
        <p:spPr>
          <a:xfrm>
            <a:off x="661492" y="1701701"/>
            <a:ext cx="3496965" cy="3752850"/>
          </a:xfrm>
          <a:prstGeom prst="roundRect">
            <a:avLst>
              <a:gd name="adj" fmla="val 3486"/>
            </a:avLst>
          </a:prstGeom>
          <a:solidFill>
            <a:srgbClr val="FFFFFF"/>
          </a:solidFill>
          <a:ln w="30480">
            <a:solidFill>
              <a:srgbClr val="C0C1D7"/>
            </a:solidFill>
            <a:prstDash val="solid"/>
          </a:ln>
        </p:spPr>
        <p:txBody>
          <a:bodyPr/>
          <a:lstStyle/>
          <a:p>
            <a:endParaRPr lang="en-IN" dirty="0">
              <a:latin typeface="Georgia Pro" panose="02040502050405020303" pitchFamily="18" charset="0"/>
            </a:endParaRPr>
          </a:p>
        </p:txBody>
      </p:sp>
      <p:sp>
        <p:nvSpPr>
          <p:cNvPr id="7" name="Shape 4"/>
          <p:cNvSpPr/>
          <p:nvPr/>
        </p:nvSpPr>
        <p:spPr>
          <a:xfrm>
            <a:off x="636092" y="1701701"/>
            <a:ext cx="101600" cy="3752850"/>
          </a:xfrm>
          <a:prstGeom prst="roundRect">
            <a:avLst>
              <a:gd name="adj" fmla="val 78139"/>
            </a:avLst>
          </a:prstGeom>
          <a:solidFill>
            <a:srgbClr val="4950BC"/>
          </a:solidFill>
          <a:ln/>
        </p:spPr>
        <p:txBody>
          <a:bodyPr/>
          <a:lstStyle/>
          <a:p>
            <a:endParaRPr lang="en-IN" dirty="0">
              <a:latin typeface="Georgia Pro" panose="02040502050405020303" pitchFamily="18" charset="0"/>
            </a:endParaRPr>
          </a:p>
        </p:txBody>
      </p:sp>
      <p:sp>
        <p:nvSpPr>
          <p:cNvPr id="8" name="Text 5"/>
          <p:cNvSpPr/>
          <p:nvPr/>
        </p:nvSpPr>
        <p:spPr>
          <a:xfrm>
            <a:off x="952104" y="1916113"/>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Multi-format Upload</a:t>
            </a:r>
            <a:endParaRPr lang="en-US" sz="1833" dirty="0">
              <a:latin typeface="Georgia Pro" panose="02040502050405020303" pitchFamily="18" charset="0"/>
            </a:endParaRPr>
          </a:p>
        </p:txBody>
      </p:sp>
      <p:sp>
        <p:nvSpPr>
          <p:cNvPr id="9" name="Text 6"/>
          <p:cNvSpPr/>
          <p:nvPr/>
        </p:nvSpPr>
        <p:spPr>
          <a:xfrm>
            <a:off x="952103" y="2324795"/>
            <a:ext cx="2991942" cy="60483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Enabling users to easily upload various file types for analysis.</a:t>
            </a:r>
            <a:endParaRPr lang="en-US" sz="1458" dirty="0">
              <a:latin typeface="Georgia Pro" panose="02040502050405020303" pitchFamily="18" charset="0"/>
            </a:endParaRPr>
          </a:p>
        </p:txBody>
      </p:sp>
      <p:sp>
        <p:nvSpPr>
          <p:cNvPr id="11" name="Shape 8"/>
          <p:cNvSpPr/>
          <p:nvPr/>
        </p:nvSpPr>
        <p:spPr>
          <a:xfrm>
            <a:off x="917278" y="3184099"/>
            <a:ext cx="3010793" cy="1838831"/>
          </a:xfrm>
          <a:prstGeom prst="roundRect">
            <a:avLst>
              <a:gd name="adj" fmla="val 2381"/>
            </a:avLst>
          </a:prstGeom>
          <a:solidFill>
            <a:srgbClr val="F2F2F2"/>
          </a:solidFill>
          <a:ln/>
        </p:spPr>
        <p:txBody>
          <a:bodyPr/>
          <a:lstStyle/>
          <a:p>
            <a:endParaRPr lang="en-IN" dirty="0">
              <a:latin typeface="Georgia Pro" panose="02040502050405020303" pitchFamily="18" charset="0"/>
            </a:endParaRPr>
          </a:p>
        </p:txBody>
      </p:sp>
      <p:sp>
        <p:nvSpPr>
          <p:cNvPr id="12" name="Text 9"/>
          <p:cNvSpPr/>
          <p:nvPr/>
        </p:nvSpPr>
        <p:spPr>
          <a:xfrm>
            <a:off x="1131690" y="3283943"/>
            <a:ext cx="2632769" cy="1705507"/>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2375"/>
              </a:lnSpc>
            </a:pPr>
            <a:r>
              <a:rPr lang="en-US" sz="1458" dirty="0" err="1">
                <a:latin typeface="Georgia Pro" panose="02040502050405020303" pitchFamily="18" charset="0"/>
              </a:rPr>
              <a:t>uploaded_file</a:t>
            </a:r>
            <a:r>
              <a:rPr lang="en-US" sz="1458" dirty="0">
                <a:latin typeface="Georgia Pro" panose="02040502050405020303" pitchFamily="18" charset="0"/>
              </a:rPr>
              <a:t> = </a:t>
            </a:r>
            <a:r>
              <a:rPr lang="en-US" sz="1458" dirty="0" err="1">
                <a:latin typeface="Georgia Pro" panose="02040502050405020303" pitchFamily="18" charset="0"/>
              </a:rPr>
              <a:t>st.sidebar.file_uploader</a:t>
            </a:r>
            <a:r>
              <a:rPr lang="en-US" sz="1458" dirty="0">
                <a:latin typeface="Georgia Pro" panose="02040502050405020303" pitchFamily="18" charset="0"/>
              </a:rPr>
              <a:t>(</a:t>
            </a:r>
          </a:p>
          <a:p>
            <a:pPr>
              <a:lnSpc>
                <a:spcPts val="2375"/>
              </a:lnSpc>
            </a:pPr>
            <a:r>
              <a:rPr lang="en-US" sz="1458" dirty="0">
                <a:latin typeface="Georgia Pro" panose="02040502050405020303" pitchFamily="18" charset="0"/>
              </a:rPr>
              <a:t>    "Upload", </a:t>
            </a:r>
          </a:p>
          <a:p>
            <a:pPr>
              <a:lnSpc>
                <a:spcPts val="2375"/>
              </a:lnSpc>
            </a:pPr>
            <a:r>
              <a:rPr lang="en-US" sz="1458" dirty="0">
                <a:latin typeface="Georgia Pro" panose="02040502050405020303" pitchFamily="18" charset="0"/>
              </a:rPr>
              <a:t>    type=["csv", "</a:t>
            </a:r>
            <a:r>
              <a:rPr lang="en-US" sz="1458" dirty="0" err="1">
                <a:latin typeface="Georgia Pro" panose="02040502050405020303" pitchFamily="18" charset="0"/>
              </a:rPr>
              <a:t>json</a:t>
            </a:r>
            <a:r>
              <a:rPr lang="en-US" sz="1458" dirty="0">
                <a:latin typeface="Georgia Pro" panose="02040502050405020303" pitchFamily="18" charset="0"/>
              </a:rPr>
              <a:t>", "xlsx"]</a:t>
            </a:r>
          </a:p>
          <a:p>
            <a:pPr>
              <a:lnSpc>
                <a:spcPts val="2375"/>
              </a:lnSpc>
            </a:pPr>
            <a:r>
              <a:rPr lang="en-US" sz="1458" dirty="0">
                <a:latin typeface="Georgia Pro" panose="02040502050405020303" pitchFamily="18" charset="0"/>
              </a:rPr>
              <a:t>)</a:t>
            </a:r>
          </a:p>
        </p:txBody>
      </p:sp>
      <p:sp>
        <p:nvSpPr>
          <p:cNvPr id="13" name="Shape 10"/>
          <p:cNvSpPr/>
          <p:nvPr/>
        </p:nvSpPr>
        <p:spPr>
          <a:xfrm>
            <a:off x="4347468" y="1701701"/>
            <a:ext cx="3496965" cy="3752850"/>
          </a:xfrm>
          <a:prstGeom prst="roundRect">
            <a:avLst>
              <a:gd name="adj" fmla="val 3486"/>
            </a:avLst>
          </a:prstGeom>
          <a:solidFill>
            <a:srgbClr val="FFFFFF"/>
          </a:solidFill>
          <a:ln w="30480">
            <a:solidFill>
              <a:srgbClr val="C0C1D7"/>
            </a:solidFill>
            <a:prstDash val="solid"/>
          </a:ln>
        </p:spPr>
        <p:txBody>
          <a:bodyPr/>
          <a:lstStyle/>
          <a:p>
            <a:endParaRPr lang="en-IN" dirty="0">
              <a:latin typeface="Georgia Pro" panose="02040502050405020303" pitchFamily="18" charset="0"/>
            </a:endParaRPr>
          </a:p>
        </p:txBody>
      </p:sp>
      <p:sp>
        <p:nvSpPr>
          <p:cNvPr id="14" name="Shape 11"/>
          <p:cNvSpPr/>
          <p:nvPr/>
        </p:nvSpPr>
        <p:spPr>
          <a:xfrm>
            <a:off x="4322068" y="1701701"/>
            <a:ext cx="101600" cy="3752850"/>
          </a:xfrm>
          <a:prstGeom prst="roundRect">
            <a:avLst>
              <a:gd name="adj" fmla="val 78139"/>
            </a:avLst>
          </a:prstGeom>
          <a:solidFill>
            <a:srgbClr val="4950BC"/>
          </a:solidFill>
          <a:ln/>
        </p:spPr>
        <p:txBody>
          <a:bodyPr/>
          <a:lstStyle/>
          <a:p>
            <a:endParaRPr lang="en-IN" dirty="0">
              <a:latin typeface="Georgia Pro" panose="02040502050405020303" pitchFamily="18" charset="0"/>
            </a:endParaRPr>
          </a:p>
        </p:txBody>
      </p:sp>
      <p:sp>
        <p:nvSpPr>
          <p:cNvPr id="15" name="Text 12"/>
          <p:cNvSpPr/>
          <p:nvPr/>
        </p:nvSpPr>
        <p:spPr>
          <a:xfrm>
            <a:off x="4638080" y="1916113"/>
            <a:ext cx="297616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Intelligent Sampling Logic</a:t>
            </a:r>
            <a:endParaRPr lang="en-US" sz="1833" dirty="0">
              <a:latin typeface="Georgia Pro" panose="02040502050405020303" pitchFamily="18" charset="0"/>
            </a:endParaRPr>
          </a:p>
        </p:txBody>
      </p:sp>
      <p:sp>
        <p:nvSpPr>
          <p:cNvPr id="16" name="Text 13"/>
          <p:cNvSpPr/>
          <p:nvPr/>
        </p:nvSpPr>
        <p:spPr>
          <a:xfrm>
            <a:off x="4638080" y="2324795"/>
            <a:ext cx="2991942" cy="907257"/>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Optimizing performance for large datasets by intelligently sampling data.</a:t>
            </a:r>
            <a:endParaRPr lang="en-US" sz="1458" dirty="0">
              <a:latin typeface="Georgia Pro" panose="02040502050405020303" pitchFamily="18" charset="0"/>
            </a:endParaRPr>
          </a:p>
        </p:txBody>
      </p:sp>
      <p:sp>
        <p:nvSpPr>
          <p:cNvPr id="17" name="Shape 14"/>
          <p:cNvSpPr/>
          <p:nvPr/>
        </p:nvSpPr>
        <p:spPr>
          <a:xfrm>
            <a:off x="4638080" y="3444677"/>
            <a:ext cx="2991942" cy="1795463"/>
          </a:xfrm>
          <a:prstGeom prst="roundRect">
            <a:avLst>
              <a:gd name="adj" fmla="val 4422"/>
            </a:avLst>
          </a:prstGeom>
          <a:solidFill>
            <a:srgbClr val="F2F2F2"/>
          </a:solidFill>
          <a:ln/>
        </p:spPr>
        <p:txBody>
          <a:bodyPr/>
          <a:lstStyle/>
          <a:p>
            <a:endParaRPr lang="en-IN" dirty="0">
              <a:latin typeface="Georgia Pro" panose="02040502050405020303" pitchFamily="18" charset="0"/>
            </a:endParaRPr>
          </a:p>
        </p:txBody>
      </p:sp>
      <p:sp>
        <p:nvSpPr>
          <p:cNvPr id="19" name="Text 16"/>
          <p:cNvSpPr/>
          <p:nvPr/>
        </p:nvSpPr>
        <p:spPr>
          <a:xfrm>
            <a:off x="4804766" y="3563248"/>
            <a:ext cx="2796580" cy="1512094"/>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a:lnSpc>
                <a:spcPts val="2375"/>
              </a:lnSpc>
            </a:pPr>
            <a:r>
              <a:rPr lang="en-US" sz="1458" dirty="0" err="1">
                <a:latin typeface="Georgia Pro" panose="02040502050405020303" pitchFamily="18" charset="0"/>
              </a:rPr>
              <a:t>plot_df</a:t>
            </a:r>
            <a:r>
              <a:rPr lang="en-US" sz="1458" dirty="0">
                <a:latin typeface="Georgia Pro" panose="02040502050405020303" pitchFamily="18" charset="0"/>
              </a:rPr>
              <a:t> = </a:t>
            </a:r>
            <a:r>
              <a:rPr lang="en-US" sz="1458" dirty="0" err="1">
                <a:latin typeface="Georgia Pro" panose="02040502050405020303" pitchFamily="18" charset="0"/>
              </a:rPr>
              <a:t>df.copy</a:t>
            </a:r>
            <a:r>
              <a:rPr lang="en-US" sz="1458" dirty="0">
                <a:latin typeface="Georgia Pro" panose="02040502050405020303" pitchFamily="18" charset="0"/>
              </a:rPr>
              <a:t>()</a:t>
            </a:r>
          </a:p>
          <a:p>
            <a:pPr>
              <a:lnSpc>
                <a:spcPts val="2375"/>
              </a:lnSpc>
            </a:pPr>
            <a:r>
              <a:rPr lang="en-US" sz="1458" dirty="0">
                <a:latin typeface="Georgia Pro" panose="02040502050405020303" pitchFamily="18" charset="0"/>
              </a:rPr>
              <a:t>if </a:t>
            </a:r>
            <a:r>
              <a:rPr lang="en-US" sz="1458" dirty="0" err="1">
                <a:latin typeface="Georgia Pro" panose="02040502050405020303" pitchFamily="18" charset="0"/>
              </a:rPr>
              <a:t>plot_df.shape</a:t>
            </a:r>
            <a:r>
              <a:rPr lang="en-US" sz="1458" dirty="0">
                <a:latin typeface="Georgia Pro" panose="02040502050405020303" pitchFamily="18" charset="0"/>
              </a:rPr>
              <a:t>[0] &gt; 1000:</a:t>
            </a:r>
          </a:p>
          <a:p>
            <a:pPr>
              <a:lnSpc>
                <a:spcPts val="2375"/>
              </a:lnSpc>
            </a:pPr>
            <a:r>
              <a:rPr lang="en-US" sz="1458" dirty="0">
                <a:latin typeface="Georgia Pro" panose="02040502050405020303" pitchFamily="18" charset="0"/>
              </a:rPr>
              <a:t>    </a:t>
            </a:r>
            <a:r>
              <a:rPr lang="en-US" sz="1458" dirty="0" err="1">
                <a:latin typeface="Georgia Pro" panose="02040502050405020303" pitchFamily="18" charset="0"/>
              </a:rPr>
              <a:t>plot_df</a:t>
            </a:r>
            <a:r>
              <a:rPr lang="en-US" sz="1458" dirty="0">
                <a:latin typeface="Georgia Pro" panose="02040502050405020303" pitchFamily="18" charset="0"/>
              </a:rPr>
              <a:t> = </a:t>
            </a:r>
            <a:r>
              <a:rPr lang="en-US" sz="1458" dirty="0" err="1">
                <a:latin typeface="Georgia Pro" panose="02040502050405020303" pitchFamily="18" charset="0"/>
              </a:rPr>
              <a:t>plot_df.sample</a:t>
            </a:r>
            <a:r>
              <a:rPr lang="en-US" sz="1458" dirty="0">
                <a:latin typeface="Georgia Pro" panose="02040502050405020303" pitchFamily="18" charset="0"/>
              </a:rPr>
              <a:t>(1000, </a:t>
            </a:r>
            <a:r>
              <a:rPr lang="en-US" sz="1458" dirty="0" err="1">
                <a:latin typeface="Georgia Pro" panose="02040502050405020303" pitchFamily="18" charset="0"/>
              </a:rPr>
              <a:t>random_state</a:t>
            </a:r>
            <a:r>
              <a:rPr lang="en-US" sz="1458" dirty="0">
                <a:latin typeface="Georgia Pro" panose="02040502050405020303" pitchFamily="18" charset="0"/>
              </a:rPr>
              <a:t>=42)</a:t>
            </a:r>
          </a:p>
        </p:txBody>
      </p:sp>
      <p:sp>
        <p:nvSpPr>
          <p:cNvPr id="20" name="Shape 17"/>
          <p:cNvSpPr/>
          <p:nvPr/>
        </p:nvSpPr>
        <p:spPr>
          <a:xfrm>
            <a:off x="8033444" y="1701701"/>
            <a:ext cx="3496965" cy="3752850"/>
          </a:xfrm>
          <a:prstGeom prst="roundRect">
            <a:avLst>
              <a:gd name="adj" fmla="val 3486"/>
            </a:avLst>
          </a:prstGeom>
          <a:solidFill>
            <a:srgbClr val="FFFFFF"/>
          </a:solidFill>
          <a:ln w="30480">
            <a:solidFill>
              <a:srgbClr val="C0C1D7"/>
            </a:solidFill>
            <a:prstDash val="solid"/>
          </a:ln>
        </p:spPr>
        <p:txBody>
          <a:bodyPr/>
          <a:lstStyle/>
          <a:p>
            <a:endParaRPr lang="en-IN" dirty="0">
              <a:latin typeface="Georgia Pro" panose="02040502050405020303" pitchFamily="18" charset="0"/>
            </a:endParaRPr>
          </a:p>
        </p:txBody>
      </p:sp>
      <p:sp>
        <p:nvSpPr>
          <p:cNvPr id="21" name="Shape 18"/>
          <p:cNvSpPr/>
          <p:nvPr/>
        </p:nvSpPr>
        <p:spPr>
          <a:xfrm>
            <a:off x="8008044" y="1701701"/>
            <a:ext cx="101600" cy="3752850"/>
          </a:xfrm>
          <a:prstGeom prst="roundRect">
            <a:avLst>
              <a:gd name="adj" fmla="val 78139"/>
            </a:avLst>
          </a:prstGeom>
          <a:solidFill>
            <a:srgbClr val="4950BC"/>
          </a:solidFill>
          <a:ln/>
        </p:spPr>
        <p:txBody>
          <a:bodyPr/>
          <a:lstStyle/>
          <a:p>
            <a:endParaRPr lang="en-IN" dirty="0">
              <a:latin typeface="Georgia Pro" panose="02040502050405020303" pitchFamily="18" charset="0"/>
            </a:endParaRPr>
          </a:p>
        </p:txBody>
      </p:sp>
      <p:sp>
        <p:nvSpPr>
          <p:cNvPr id="22" name="Text 19"/>
          <p:cNvSpPr/>
          <p:nvPr/>
        </p:nvSpPr>
        <p:spPr>
          <a:xfrm>
            <a:off x="8324057" y="1916113"/>
            <a:ext cx="2570460"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Dynamic Visualization</a:t>
            </a:r>
            <a:endParaRPr lang="en-US" sz="1833" dirty="0">
              <a:latin typeface="Georgia Pro" panose="02040502050405020303" pitchFamily="18" charset="0"/>
            </a:endParaRPr>
          </a:p>
        </p:txBody>
      </p:sp>
      <p:sp>
        <p:nvSpPr>
          <p:cNvPr id="23" name="Text 20"/>
          <p:cNvSpPr/>
          <p:nvPr/>
        </p:nvSpPr>
        <p:spPr>
          <a:xfrm>
            <a:off x="8324057" y="2324795"/>
            <a:ext cx="2991942" cy="907257"/>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Facilitating immediate visual representation of your data insights.</a:t>
            </a:r>
            <a:endParaRPr lang="en-US" sz="1458" dirty="0">
              <a:latin typeface="Georgia Pro" panose="02040502050405020303" pitchFamily="18" charset="0"/>
            </a:endParaRPr>
          </a:p>
        </p:txBody>
      </p:sp>
      <p:sp>
        <p:nvSpPr>
          <p:cNvPr id="25" name="Shape 22"/>
          <p:cNvSpPr/>
          <p:nvPr/>
        </p:nvSpPr>
        <p:spPr>
          <a:xfrm>
            <a:off x="8434487" y="3333798"/>
            <a:ext cx="2771080" cy="1757031"/>
          </a:xfrm>
          <a:prstGeom prst="roundRect">
            <a:avLst>
              <a:gd name="adj" fmla="val 3192"/>
            </a:avLst>
          </a:prstGeom>
          <a:solidFill>
            <a:srgbClr val="F2F2F2"/>
          </a:solidFill>
          <a:ln/>
        </p:spPr>
        <p:txBody>
          <a:bodyPr/>
          <a:lstStyle/>
          <a:p>
            <a:pPr>
              <a:lnSpc>
                <a:spcPct val="150000"/>
              </a:lnSpc>
            </a:pPr>
            <a:r>
              <a:rPr lang="en-IN" sz="1460" dirty="0">
                <a:latin typeface="Georgia Pro" panose="02040502050405020303" pitchFamily="18" charset="0"/>
              </a:rPr>
              <a:t>fig, </a:t>
            </a:r>
            <a:r>
              <a:rPr lang="en-IN" sz="1460" dirty="0" err="1">
                <a:latin typeface="Georgia Pro" panose="02040502050405020303" pitchFamily="18" charset="0"/>
              </a:rPr>
              <a:t>ax</a:t>
            </a:r>
            <a:r>
              <a:rPr lang="en-IN" sz="1460" dirty="0">
                <a:latin typeface="Georgia Pro" panose="02040502050405020303" pitchFamily="18" charset="0"/>
              </a:rPr>
              <a:t> = </a:t>
            </a:r>
            <a:r>
              <a:rPr lang="en-IN" sz="1460" dirty="0" err="1">
                <a:latin typeface="Georgia Pro" panose="02040502050405020303" pitchFamily="18" charset="0"/>
              </a:rPr>
              <a:t>plt.subplots</a:t>
            </a:r>
            <a:r>
              <a:rPr lang="en-IN" sz="1460" dirty="0">
                <a:latin typeface="Georgia Pro" panose="02040502050405020303" pitchFamily="18" charset="0"/>
              </a:rPr>
              <a:t>()</a:t>
            </a:r>
          </a:p>
          <a:p>
            <a:pPr>
              <a:lnSpc>
                <a:spcPct val="150000"/>
              </a:lnSpc>
            </a:pPr>
            <a:r>
              <a:rPr lang="en-IN" sz="1460" dirty="0" err="1">
                <a:latin typeface="Georgia Pro" panose="02040502050405020303" pitchFamily="18" charset="0"/>
              </a:rPr>
              <a:t>ax.plot</a:t>
            </a:r>
            <a:r>
              <a:rPr lang="en-IN" sz="1460" dirty="0">
                <a:latin typeface="Georgia Pro" panose="02040502050405020303" pitchFamily="18" charset="0"/>
              </a:rPr>
              <a:t>(</a:t>
            </a:r>
            <a:r>
              <a:rPr lang="en-IN" sz="1460" dirty="0" err="1">
                <a:latin typeface="Georgia Pro" panose="02040502050405020303" pitchFamily="18" charset="0"/>
              </a:rPr>
              <a:t>plot_df</a:t>
            </a:r>
            <a:r>
              <a:rPr lang="en-IN" sz="1460" dirty="0">
                <a:latin typeface="Georgia Pro" panose="02040502050405020303" pitchFamily="18" charset="0"/>
              </a:rPr>
              <a:t>[x], </a:t>
            </a:r>
            <a:r>
              <a:rPr lang="en-IN" sz="1460" dirty="0" err="1">
                <a:latin typeface="Georgia Pro" panose="02040502050405020303" pitchFamily="18" charset="0"/>
              </a:rPr>
              <a:t>plot_df</a:t>
            </a:r>
            <a:r>
              <a:rPr lang="en-IN" sz="1460" dirty="0">
                <a:latin typeface="Georgia Pro" panose="02040502050405020303" pitchFamily="18" charset="0"/>
              </a:rPr>
              <a:t>[y], </a:t>
            </a:r>
            <a:r>
              <a:rPr lang="en-IN" sz="1460" dirty="0" err="1">
                <a:latin typeface="Georgia Pro" panose="02040502050405020303" pitchFamily="18" charset="0"/>
              </a:rPr>
              <a:t>color</a:t>
            </a:r>
            <a:r>
              <a:rPr lang="en-IN" sz="1460" dirty="0">
                <a:latin typeface="Georgia Pro" panose="02040502050405020303" pitchFamily="18" charset="0"/>
              </a:rPr>
              <a:t>=</a:t>
            </a:r>
            <a:r>
              <a:rPr lang="en-IN" sz="1460" dirty="0" err="1">
                <a:latin typeface="Georgia Pro" panose="02040502050405020303" pitchFamily="18" charset="0"/>
              </a:rPr>
              <a:t>main_color</a:t>
            </a:r>
            <a:r>
              <a:rPr lang="en-IN" sz="1460" dirty="0">
                <a:latin typeface="Georgia Pro" panose="02040502050405020303" pitchFamily="18" charset="0"/>
              </a:rPr>
              <a:t>)</a:t>
            </a:r>
          </a:p>
          <a:p>
            <a:pPr>
              <a:lnSpc>
                <a:spcPct val="150000"/>
              </a:lnSpc>
            </a:pPr>
            <a:r>
              <a:rPr lang="en-IN" sz="1460" dirty="0" err="1">
                <a:latin typeface="Georgia Pro" panose="02040502050405020303" pitchFamily="18" charset="0"/>
              </a:rPr>
              <a:t>st.pyplot</a:t>
            </a:r>
            <a:r>
              <a:rPr lang="en-IN" sz="1460" dirty="0">
                <a:latin typeface="Georgia Pro" panose="02040502050405020303" pitchFamily="18" charset="0"/>
              </a:rPr>
              <a:t>(fig)</a:t>
            </a:r>
          </a:p>
        </p:txBody>
      </p:sp>
      <p:sp>
        <p:nvSpPr>
          <p:cNvPr id="26" name="Text 23"/>
          <p:cNvSpPr/>
          <p:nvPr/>
        </p:nvSpPr>
        <p:spPr>
          <a:xfrm>
            <a:off x="8503643" y="3586361"/>
            <a:ext cx="2632769" cy="604838"/>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endParaRPr lang="en-US" sz="1458" dirty="0">
              <a:latin typeface="Georgia Pro" panose="02040502050405020303" pitchFamily="18" charset="0"/>
            </a:endParaRPr>
          </a:p>
        </p:txBody>
      </p:sp>
      <p:sp>
        <p:nvSpPr>
          <p:cNvPr id="27" name="Slide Number Placeholder 26">
            <a:extLst>
              <a:ext uri="{FF2B5EF4-FFF2-40B4-BE49-F238E27FC236}">
                <a16:creationId xmlns:a16="http://schemas.microsoft.com/office/drawing/2014/main" id="{89DDEF0B-9410-B7B9-6819-F4DF2D8419DD}"/>
              </a:ext>
            </a:extLst>
          </p:cNvPr>
          <p:cNvSpPr>
            <a:spLocks noGrp="1"/>
          </p:cNvSpPr>
          <p:nvPr>
            <p:ph type="sldNum" sz="quarter" idx="11"/>
          </p:nvPr>
        </p:nvSpPr>
        <p:spPr>
          <a:xfrm>
            <a:off x="8622111" y="6200675"/>
            <a:ext cx="2743200" cy="365125"/>
          </a:xfrm>
        </p:spPr>
        <p:txBody>
          <a:bodyPr/>
          <a:lstStyle/>
          <a:p>
            <a:fld id="{AF0DB371-22FE-4529-B1E6-42D389836D82}" type="slidenum">
              <a:rPr lang="en-US" smtClean="0">
                <a:latin typeface="Georgia Pro" panose="02040502050405020303" pitchFamily="18" charset="0"/>
              </a:rPr>
              <a:t>9</a:t>
            </a:fld>
            <a:endParaRPr lang="en-US" dirty="0">
              <a:latin typeface="Georgia Pro" panose="02040502050405020303" pitchFamily="18" charset="0"/>
            </a:endParaRPr>
          </a:p>
        </p:txBody>
      </p:sp>
    </p:spTree>
    <p:extLst>
      <p:ext uri="{BB962C8B-B14F-4D97-AF65-F5344CB8AC3E}">
        <p14:creationId xmlns:p14="http://schemas.microsoft.com/office/powerpoint/2010/main" val="1026576339"/>
      </p:ext>
    </p:extLst>
  </p:cSld>
  <p:clrMapOvr>
    <a:masterClrMapping/>
  </p:clrMapOvr>
  <mc:AlternateContent xmlns:mc="http://schemas.openxmlformats.org/markup-compatibility/2006">
    <mc:Choice xmlns:p15="http://schemas.microsoft.com/office/powerpoint/2012/main" Requires="p15">
      <p:transition spd="med">
        <p15:prstTrans prst="pageCurlDoubl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500"/>
                                        <p:tgtEl>
                                          <p:spTgt spid="14"/>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left)">
                                      <p:cBhvr>
                                        <p:cTn id="29" dur="500"/>
                                        <p:tgtEl>
                                          <p:spTgt spid="13"/>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left)">
                                      <p:cBhvr>
                                        <p:cTn id="35" dur="500"/>
                                        <p:tgtEl>
                                          <p:spTgt spid="16"/>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wipe(left)">
                                      <p:cBhvr>
                                        <p:cTn id="38" dur="500"/>
                                        <p:tgtEl>
                                          <p:spTgt spid="19"/>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left)">
                                      <p:cBhvr>
                                        <p:cTn id="41" dur="500"/>
                                        <p:tgtEl>
                                          <p:spTgt spid="17"/>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left)">
                                      <p:cBhvr>
                                        <p:cTn id="45" dur="500"/>
                                        <p:tgtEl>
                                          <p:spTgt spid="21"/>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wipe(left)">
                                      <p:cBhvr>
                                        <p:cTn id="48" dur="500"/>
                                        <p:tgtEl>
                                          <p:spTgt spid="23"/>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wipe(left)">
                                      <p:cBhvr>
                                        <p:cTn id="51" dur="500"/>
                                        <p:tgtEl>
                                          <p:spTgt spid="22"/>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ipe(left)">
                                      <p:cBhvr>
                                        <p:cTn id="54" dur="500"/>
                                        <p:tgtEl>
                                          <p:spTgt spid="20"/>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wipe(left)">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3797" y="420688"/>
            <a:ext cx="7363420" cy="476548"/>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3750"/>
              </a:lnSpc>
              <a:buNone/>
            </a:pPr>
            <a:r>
              <a:rPr lang="en-US" sz="3000" b="1" dirty="0">
                <a:solidFill>
                  <a:srgbClr val="000000"/>
                </a:solidFill>
                <a:latin typeface="Times New Roman" panose="02020603050405020304" pitchFamily="18" charset="0"/>
                <a:ea typeface="Inter Bold" pitchFamily="34" charset="-122"/>
                <a:cs typeface="Times New Roman" panose="02020603050405020304" pitchFamily="18" charset="0"/>
              </a:rPr>
              <a:t>Comprehensive Data Schema Overview</a:t>
            </a:r>
            <a:endParaRPr lang="en-US" sz="3000" dirty="0">
              <a:latin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533797" y="1322726"/>
            <a:ext cx="762595" cy="915094"/>
          </a:xfrm>
          <a:prstGeom prst="rect">
            <a:avLst/>
          </a:prstGeom>
        </p:spPr>
      </p:pic>
      <p:sp>
        <p:nvSpPr>
          <p:cNvPr id="5" name="Text 2"/>
          <p:cNvSpPr/>
          <p:nvPr/>
        </p:nvSpPr>
        <p:spPr>
          <a:xfrm>
            <a:off x="1448892" y="1475225"/>
            <a:ext cx="2335014" cy="23832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75"/>
              </a:lnSpc>
              <a:buNone/>
            </a:pPr>
            <a:r>
              <a:rPr lang="en-US" sz="1500" b="1" dirty="0">
                <a:solidFill>
                  <a:srgbClr val="272525"/>
                </a:solidFill>
                <a:latin typeface="Georgia Pro" panose="02040502050405020303" pitchFamily="18" charset="0"/>
                <a:ea typeface="Inter Bold" pitchFamily="34" charset="-122"/>
                <a:cs typeface="Times New Roman" panose="02020603050405020304" pitchFamily="18" charset="0"/>
              </a:rPr>
              <a:t>Accepts Diverse Formats</a:t>
            </a:r>
            <a:endParaRPr lang="en-US" sz="1500" dirty="0">
              <a:latin typeface="Georgia Pro" panose="02040502050405020303" pitchFamily="18" charset="0"/>
            </a:endParaRPr>
          </a:p>
        </p:txBody>
      </p:sp>
      <p:sp>
        <p:nvSpPr>
          <p:cNvPr id="6" name="Text 3"/>
          <p:cNvSpPr/>
          <p:nvPr/>
        </p:nvSpPr>
        <p:spPr>
          <a:xfrm>
            <a:off x="1448892" y="1805029"/>
            <a:ext cx="10209312" cy="24397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sz="1167" dirty="0">
                <a:solidFill>
                  <a:srgbClr val="272525"/>
                </a:solidFill>
                <a:latin typeface="Georgia Pro" panose="02040502050405020303" pitchFamily="18" charset="0"/>
                <a:ea typeface="Inter" pitchFamily="34" charset="-122"/>
                <a:cs typeface="Inter" pitchFamily="34" charset="-120"/>
              </a:rPr>
              <a:t>Seamlessly handles CSV, JSON, and Excel formats, providing broad compatibility for your data sources.</a:t>
            </a:r>
            <a:endParaRPr lang="en-US" sz="1167" dirty="0">
              <a:latin typeface="Georgia Pro" panose="02040502050405020303" pitchFamily="18" charset="0"/>
            </a:endParaRPr>
          </a:p>
        </p:txBody>
      </p:sp>
      <p:pic>
        <p:nvPicPr>
          <p:cNvPr id="7" name="Image 1" descr="preencoded.png"/>
          <p:cNvPicPr>
            <a:picLocks noChangeAspect="1"/>
          </p:cNvPicPr>
          <p:nvPr/>
        </p:nvPicPr>
        <p:blipFill>
          <a:blip r:embed="rId4"/>
          <a:stretch>
            <a:fillRect/>
          </a:stretch>
        </p:blipFill>
        <p:spPr>
          <a:xfrm>
            <a:off x="533797" y="2237821"/>
            <a:ext cx="762595" cy="915094"/>
          </a:xfrm>
          <a:prstGeom prst="rect">
            <a:avLst/>
          </a:prstGeom>
        </p:spPr>
      </p:pic>
      <p:sp>
        <p:nvSpPr>
          <p:cNvPr id="8" name="Text 4"/>
          <p:cNvSpPr/>
          <p:nvPr/>
        </p:nvSpPr>
        <p:spPr>
          <a:xfrm>
            <a:off x="1448892" y="2390319"/>
            <a:ext cx="3038773" cy="23832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75"/>
              </a:lnSpc>
              <a:buNone/>
            </a:pPr>
            <a:r>
              <a:rPr lang="en-US" sz="1500" b="1" dirty="0">
                <a:solidFill>
                  <a:srgbClr val="272525"/>
                </a:solidFill>
                <a:latin typeface="Georgia Pro" panose="02040502050405020303" pitchFamily="18" charset="0"/>
                <a:ea typeface="Inter Bold" pitchFamily="34" charset="-122"/>
                <a:cs typeface="Times New Roman" panose="02020603050405020304" pitchFamily="18" charset="0"/>
              </a:rPr>
              <a:t>Auto-detection of Column Types</a:t>
            </a:r>
            <a:endParaRPr lang="en-US" sz="1500" dirty="0">
              <a:latin typeface="Georgia Pro" panose="02040502050405020303" pitchFamily="18" charset="0"/>
            </a:endParaRPr>
          </a:p>
        </p:txBody>
      </p:sp>
      <p:sp>
        <p:nvSpPr>
          <p:cNvPr id="9" name="Text 5"/>
          <p:cNvSpPr/>
          <p:nvPr/>
        </p:nvSpPr>
        <p:spPr>
          <a:xfrm>
            <a:off x="1448892" y="2720123"/>
            <a:ext cx="10209312" cy="24397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sz="1167" dirty="0">
                <a:solidFill>
                  <a:srgbClr val="272525"/>
                </a:solidFill>
                <a:latin typeface="Georgia Pro" panose="02040502050405020303" pitchFamily="18" charset="0"/>
                <a:ea typeface="Inter" pitchFamily="34" charset="-122"/>
                <a:cs typeface="Inter" pitchFamily="34" charset="-120"/>
              </a:rPr>
              <a:t>Intelligently identifies column types such as string, numeric, and datetime, saving you manual configuration time.</a:t>
            </a:r>
            <a:endParaRPr lang="en-US" sz="1167" dirty="0">
              <a:latin typeface="Georgia Pro" panose="02040502050405020303" pitchFamily="18" charset="0"/>
            </a:endParaRPr>
          </a:p>
        </p:txBody>
      </p:sp>
      <p:pic>
        <p:nvPicPr>
          <p:cNvPr id="10" name="Image 2" descr="preencoded.png"/>
          <p:cNvPicPr>
            <a:picLocks noChangeAspect="1"/>
          </p:cNvPicPr>
          <p:nvPr/>
        </p:nvPicPr>
        <p:blipFill>
          <a:blip r:embed="rId5"/>
          <a:stretch>
            <a:fillRect/>
          </a:stretch>
        </p:blipFill>
        <p:spPr>
          <a:xfrm>
            <a:off x="533797" y="3152916"/>
            <a:ext cx="762595" cy="915094"/>
          </a:xfrm>
          <a:prstGeom prst="rect">
            <a:avLst/>
          </a:prstGeom>
        </p:spPr>
      </p:pic>
      <p:sp>
        <p:nvSpPr>
          <p:cNvPr id="11" name="Text 6"/>
          <p:cNvSpPr/>
          <p:nvPr/>
        </p:nvSpPr>
        <p:spPr>
          <a:xfrm>
            <a:off x="1448892" y="3305414"/>
            <a:ext cx="2587427" cy="23832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75"/>
              </a:lnSpc>
              <a:buNone/>
            </a:pPr>
            <a:r>
              <a:rPr lang="en-US" sz="1500" b="1" dirty="0">
                <a:solidFill>
                  <a:srgbClr val="272525"/>
                </a:solidFill>
                <a:latin typeface="Georgia Pro" panose="02040502050405020303" pitchFamily="18" charset="0"/>
                <a:ea typeface="Inter Bold" pitchFamily="34" charset="-122"/>
                <a:cs typeface="Times New Roman" panose="02020603050405020304" pitchFamily="18" charset="0"/>
              </a:rPr>
              <a:t>Missing Value Identification</a:t>
            </a:r>
            <a:endParaRPr lang="en-US" sz="1500" dirty="0">
              <a:latin typeface="Georgia Pro" panose="02040502050405020303" pitchFamily="18" charset="0"/>
            </a:endParaRPr>
          </a:p>
        </p:txBody>
      </p:sp>
      <p:sp>
        <p:nvSpPr>
          <p:cNvPr id="12" name="Text 7"/>
          <p:cNvSpPr/>
          <p:nvPr/>
        </p:nvSpPr>
        <p:spPr>
          <a:xfrm>
            <a:off x="1448892" y="3635217"/>
            <a:ext cx="10209312" cy="24397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sz="1167" dirty="0">
                <a:solidFill>
                  <a:srgbClr val="272525"/>
                </a:solidFill>
                <a:latin typeface="Georgia Pro" panose="02040502050405020303" pitchFamily="18" charset="0"/>
                <a:ea typeface="Inter" pitchFamily="34" charset="-122"/>
                <a:cs typeface="Inter" pitchFamily="34" charset="-120"/>
              </a:rPr>
              <a:t>Automatically pinpoints and highlights missing values, aiding in data cleaning and ensuring data integrity.</a:t>
            </a:r>
            <a:endParaRPr lang="en-US" sz="1167" dirty="0">
              <a:latin typeface="Georgia Pro" panose="02040502050405020303" pitchFamily="18" charset="0"/>
            </a:endParaRPr>
          </a:p>
        </p:txBody>
      </p:sp>
      <p:pic>
        <p:nvPicPr>
          <p:cNvPr id="13" name="Image 3" descr="preencoded.png"/>
          <p:cNvPicPr>
            <a:picLocks noChangeAspect="1"/>
          </p:cNvPicPr>
          <p:nvPr/>
        </p:nvPicPr>
        <p:blipFill>
          <a:blip r:embed="rId6"/>
          <a:stretch>
            <a:fillRect/>
          </a:stretch>
        </p:blipFill>
        <p:spPr>
          <a:xfrm>
            <a:off x="533797" y="4068010"/>
            <a:ext cx="762595" cy="915094"/>
          </a:xfrm>
          <a:prstGeom prst="rect">
            <a:avLst/>
          </a:prstGeom>
        </p:spPr>
      </p:pic>
      <p:sp>
        <p:nvSpPr>
          <p:cNvPr id="14" name="Text 8"/>
          <p:cNvSpPr/>
          <p:nvPr/>
        </p:nvSpPr>
        <p:spPr>
          <a:xfrm>
            <a:off x="1448892" y="4220509"/>
            <a:ext cx="2665512" cy="23832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75"/>
              </a:lnSpc>
              <a:buNone/>
            </a:pPr>
            <a:r>
              <a:rPr lang="en-US" sz="1500" b="1" dirty="0">
                <a:solidFill>
                  <a:srgbClr val="272525"/>
                </a:solidFill>
                <a:latin typeface="Georgia Pro" panose="02040502050405020303" pitchFamily="18" charset="0"/>
                <a:ea typeface="Inter Bold" pitchFamily="34" charset="-122"/>
                <a:cs typeface="Times New Roman" panose="02020603050405020304" pitchFamily="18" charset="0"/>
              </a:rPr>
              <a:t>Provides Row/Column Count</a:t>
            </a:r>
            <a:endParaRPr lang="en-US" sz="1500" dirty="0">
              <a:latin typeface="Georgia Pro" panose="02040502050405020303" pitchFamily="18" charset="0"/>
            </a:endParaRPr>
          </a:p>
        </p:txBody>
      </p:sp>
      <p:sp>
        <p:nvSpPr>
          <p:cNvPr id="15" name="Text 9"/>
          <p:cNvSpPr/>
          <p:nvPr/>
        </p:nvSpPr>
        <p:spPr>
          <a:xfrm>
            <a:off x="1448892" y="4550312"/>
            <a:ext cx="10209312" cy="24397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sz="1167" dirty="0">
                <a:solidFill>
                  <a:srgbClr val="272525"/>
                </a:solidFill>
                <a:latin typeface="Georgia Pro" panose="02040502050405020303" pitchFamily="18" charset="0"/>
                <a:ea typeface="Inter" pitchFamily="34" charset="-122"/>
                <a:cs typeface="Inter" pitchFamily="34" charset="-120"/>
              </a:rPr>
              <a:t>Offers an immediate overview of your dataset's dimensions, including total rows and columns.</a:t>
            </a:r>
            <a:endParaRPr lang="en-US" sz="1167" dirty="0">
              <a:latin typeface="Georgia Pro" panose="02040502050405020303" pitchFamily="18" charset="0"/>
            </a:endParaRPr>
          </a:p>
        </p:txBody>
      </p:sp>
      <p:pic>
        <p:nvPicPr>
          <p:cNvPr id="16" name="Image 4" descr="preencoded.png"/>
          <p:cNvPicPr>
            <a:picLocks noChangeAspect="1"/>
          </p:cNvPicPr>
          <p:nvPr/>
        </p:nvPicPr>
        <p:blipFill>
          <a:blip r:embed="rId7"/>
          <a:stretch>
            <a:fillRect/>
          </a:stretch>
        </p:blipFill>
        <p:spPr>
          <a:xfrm>
            <a:off x="533797" y="4983105"/>
            <a:ext cx="762595" cy="915094"/>
          </a:xfrm>
          <a:prstGeom prst="rect">
            <a:avLst/>
          </a:prstGeom>
        </p:spPr>
      </p:pic>
      <p:sp>
        <p:nvSpPr>
          <p:cNvPr id="17" name="Text 10"/>
          <p:cNvSpPr/>
          <p:nvPr/>
        </p:nvSpPr>
        <p:spPr>
          <a:xfrm>
            <a:off x="1448892" y="5135604"/>
            <a:ext cx="3214688" cy="238323"/>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875"/>
              </a:lnSpc>
              <a:buNone/>
            </a:pPr>
            <a:r>
              <a:rPr lang="en-US" sz="1500" b="1" dirty="0">
                <a:solidFill>
                  <a:srgbClr val="272525"/>
                </a:solidFill>
                <a:latin typeface="Georgia Pro" panose="02040502050405020303" pitchFamily="18" charset="0"/>
                <a:ea typeface="Inter Bold" pitchFamily="34" charset="-122"/>
                <a:cs typeface="Times New Roman" panose="02020603050405020304" pitchFamily="18" charset="0"/>
              </a:rPr>
              <a:t>Automatic Numeric Field Selection</a:t>
            </a:r>
            <a:endParaRPr lang="en-US" sz="1500" dirty="0">
              <a:latin typeface="Georgia Pro" panose="02040502050405020303" pitchFamily="18" charset="0"/>
            </a:endParaRPr>
          </a:p>
        </p:txBody>
      </p:sp>
      <p:sp>
        <p:nvSpPr>
          <p:cNvPr id="18" name="Text 11"/>
          <p:cNvSpPr/>
          <p:nvPr/>
        </p:nvSpPr>
        <p:spPr>
          <a:xfrm>
            <a:off x="1448892" y="5465406"/>
            <a:ext cx="10209312" cy="243979"/>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1917"/>
              </a:lnSpc>
              <a:buNone/>
            </a:pPr>
            <a:r>
              <a:rPr lang="en-US" sz="1167" dirty="0">
                <a:solidFill>
                  <a:srgbClr val="272525"/>
                </a:solidFill>
                <a:latin typeface="Georgia Pro" panose="02040502050405020303" pitchFamily="18" charset="0"/>
                <a:ea typeface="Inter" pitchFamily="34" charset="-122"/>
                <a:cs typeface="Inter" pitchFamily="34" charset="-120"/>
              </a:rPr>
              <a:t>Automatically selects appropriate numeric fields for charting, simplifying the visualization process for users.</a:t>
            </a:r>
            <a:endParaRPr lang="en-US" sz="1167" dirty="0">
              <a:latin typeface="Georgia Pro" panose="02040502050405020303" pitchFamily="18" charset="0"/>
            </a:endParaRPr>
          </a:p>
        </p:txBody>
      </p:sp>
      <p:sp>
        <p:nvSpPr>
          <p:cNvPr id="19" name="Slide Number Placeholder 18">
            <a:extLst>
              <a:ext uri="{FF2B5EF4-FFF2-40B4-BE49-F238E27FC236}">
                <a16:creationId xmlns:a16="http://schemas.microsoft.com/office/drawing/2014/main" id="{FB2C68C3-B43D-9FE1-6285-19B3CD086D91}"/>
              </a:ext>
            </a:extLst>
          </p:cNvPr>
          <p:cNvSpPr>
            <a:spLocks noGrp="1"/>
          </p:cNvSpPr>
          <p:nvPr>
            <p:ph type="sldNum" sz="quarter" idx="11"/>
          </p:nvPr>
        </p:nvSpPr>
        <p:spPr>
          <a:xfrm>
            <a:off x="8610600" y="5817335"/>
            <a:ext cx="2743200" cy="365125"/>
          </a:xfrm>
        </p:spPr>
        <p:txBody>
          <a:bodyPr/>
          <a:lstStyle/>
          <a:p>
            <a:fld id="{AF0DB371-22FE-4529-B1E6-42D389836D82}" type="slidenum">
              <a:rPr lang="en-US" smtClean="0">
                <a:latin typeface="Georgia Pro" panose="02040502050405020303" pitchFamily="18" charset="0"/>
              </a:rPr>
              <a:t>10</a:t>
            </a:fld>
            <a:endParaRPr lang="en-US">
              <a:latin typeface="Georgia Pro" panose="02040502050405020303" pitchFamily="18" charset="0"/>
            </a:endParaRPr>
          </a:p>
        </p:txBody>
      </p:sp>
    </p:spTree>
    <p:extLst>
      <p:ext uri="{BB962C8B-B14F-4D97-AF65-F5344CB8AC3E}">
        <p14:creationId xmlns:p14="http://schemas.microsoft.com/office/powerpoint/2010/main" val="3763687457"/>
      </p:ext>
    </p:extLst>
  </p:cSld>
  <p:clrMapOvr>
    <a:masterClrMapping/>
  </p:clrMapOvr>
  <mc:AlternateContent xmlns:mc="http://schemas.openxmlformats.org/markup-compatibility/2006">
    <mc:Choice xmlns:p15="http://schemas.microsoft.com/office/powerpoint/2012/main" Requires="p15">
      <p:transition spd="med">
        <p15:prstTrans prst="pageCurlDoubl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2" presetClass="entr" presetSubtype="4"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1+#ppt_h/2"/>
                                          </p:val>
                                        </p:tav>
                                        <p:tav tm="100000">
                                          <p:val>
                                            <p:strVal val="#ppt_y"/>
                                          </p:val>
                                        </p:tav>
                                      </p:tavLst>
                                    </p:anim>
                                  </p:childTnLst>
                                </p:cTn>
                              </p:par>
                            </p:childTnLst>
                          </p:cTn>
                        </p:par>
                        <p:par>
                          <p:cTn id="30" fill="hold">
                            <p:stCondLst>
                              <p:cond delay="1000"/>
                            </p:stCondLst>
                            <p:childTnLst>
                              <p:par>
                                <p:cTn id="31" presetID="2" presetClass="entr" presetSubtype="4" fill="hold"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1+#ppt_h/2"/>
                                          </p:val>
                                        </p:tav>
                                        <p:tav tm="100000">
                                          <p:val>
                                            <p:strVal val="#ppt_y"/>
                                          </p:val>
                                        </p:tav>
                                      </p:tavLst>
                                    </p:anim>
                                  </p:childTnLst>
                                </p:cTn>
                              </p:par>
                            </p:childTnLst>
                          </p:cTn>
                        </p:par>
                        <p:par>
                          <p:cTn id="43" fill="hold">
                            <p:stCondLst>
                              <p:cond delay="1500"/>
                            </p:stCondLst>
                            <p:childTnLst>
                              <p:par>
                                <p:cTn id="44" presetID="2" presetClass="entr" presetSubtype="4" fill="hold" nodeType="after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00" fill="hold"/>
                                        <p:tgtEl>
                                          <p:spTgt spid="15"/>
                                        </p:tgtEl>
                                        <p:attrNameLst>
                                          <p:attrName>ppt_x</p:attrName>
                                        </p:attrNameLst>
                                      </p:cBhvr>
                                      <p:tavLst>
                                        <p:tav tm="0">
                                          <p:val>
                                            <p:strVal val="#ppt_x"/>
                                          </p:val>
                                        </p:tav>
                                        <p:tav tm="100000">
                                          <p:val>
                                            <p:strVal val="#ppt_x"/>
                                          </p:val>
                                        </p:tav>
                                      </p:tavLst>
                                    </p:anim>
                                    <p:anim calcmode="lin" valueType="num">
                                      <p:cBhvr additive="base">
                                        <p:cTn id="55" dur="500" fill="hold"/>
                                        <p:tgtEl>
                                          <p:spTgt spid="15"/>
                                        </p:tgtEl>
                                        <p:attrNameLst>
                                          <p:attrName>ppt_y</p:attrName>
                                        </p:attrNameLst>
                                      </p:cBhvr>
                                      <p:tavLst>
                                        <p:tav tm="0">
                                          <p:val>
                                            <p:strVal val="1+#ppt_h/2"/>
                                          </p:val>
                                        </p:tav>
                                        <p:tav tm="100000">
                                          <p:val>
                                            <p:strVal val="#ppt_y"/>
                                          </p:val>
                                        </p:tav>
                                      </p:tavLst>
                                    </p:anim>
                                  </p:childTnLst>
                                </p:cTn>
                              </p:par>
                            </p:childTnLst>
                          </p:cTn>
                        </p:par>
                        <p:par>
                          <p:cTn id="56" fill="hold">
                            <p:stCondLst>
                              <p:cond delay="2000"/>
                            </p:stCondLst>
                            <p:childTnLst>
                              <p:par>
                                <p:cTn id="57" presetID="2" presetClass="entr" presetSubtype="4" fill="hold" nodeType="after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500" fill="hold"/>
                                        <p:tgtEl>
                                          <p:spTgt spid="17"/>
                                        </p:tgtEl>
                                        <p:attrNameLst>
                                          <p:attrName>ppt_x</p:attrName>
                                        </p:attrNameLst>
                                      </p:cBhvr>
                                      <p:tavLst>
                                        <p:tav tm="0">
                                          <p:val>
                                            <p:strVal val="#ppt_x"/>
                                          </p:val>
                                        </p:tav>
                                        <p:tav tm="100000">
                                          <p:val>
                                            <p:strVal val="#ppt_x"/>
                                          </p:val>
                                        </p:tav>
                                      </p:tavLst>
                                    </p:anim>
                                    <p:anim calcmode="lin" valueType="num">
                                      <p:cBhvr additive="base">
                                        <p:cTn id="64" dur="500" fill="hold"/>
                                        <p:tgtEl>
                                          <p:spTgt spid="17"/>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ppt_x</p:attrName>
                                        </p:attrNameLst>
                                      </p:cBhvr>
                                      <p:tavLst>
                                        <p:tav tm="0">
                                          <p:val>
                                            <p:strVal val="#ppt_x"/>
                                          </p:val>
                                        </p:tav>
                                        <p:tav tm="100000">
                                          <p:val>
                                            <p:strVal val="#ppt_x"/>
                                          </p:val>
                                        </p:tav>
                                      </p:tavLst>
                                    </p:anim>
                                    <p:anim calcmode="lin" valueType="num">
                                      <p:cBhvr additive="base">
                                        <p:cTn id="6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4" grpId="0" animBg="1"/>
      <p:bldP spid="15" grpId="0" animBg="1"/>
      <p:bldP spid="17"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26815-AA35-BCB3-8F65-0A4F8C309DE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4C34C04-BF1F-9E5F-D2D1-0467CD833342}"/>
              </a:ext>
            </a:extLst>
          </p:cNvPr>
          <p:cNvSpPr/>
          <p:nvPr/>
        </p:nvSpPr>
        <p:spPr>
          <a:xfrm>
            <a:off x="661492" y="465202"/>
            <a:ext cx="9039919" cy="472480"/>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3708"/>
              </a:lnSpc>
              <a:buNone/>
            </a:pPr>
            <a:r>
              <a:rPr lang="en-US" sz="2958" b="1" dirty="0">
                <a:solidFill>
                  <a:srgbClr val="000000"/>
                </a:solidFill>
                <a:latin typeface="Times New Roman" panose="02020603050405020304" pitchFamily="18" charset="0"/>
                <a:ea typeface="Inter Bold" pitchFamily="34" charset="-122"/>
                <a:cs typeface="Times New Roman" panose="02020603050405020304" pitchFamily="18" charset="0"/>
              </a:rPr>
              <a:t>Key Performance Indicators</a:t>
            </a:r>
            <a:endParaRPr lang="en-US" sz="2958" dirty="0">
              <a:latin typeface="Times New Roman" panose="02020603050405020304" pitchFamily="18" charset="0"/>
              <a:cs typeface="Times New Roman" panose="02020603050405020304" pitchFamily="18" charset="0"/>
            </a:endParaRPr>
          </a:p>
        </p:txBody>
      </p:sp>
      <p:sp>
        <p:nvSpPr>
          <p:cNvPr id="22" name="Slide Number Placeholder 21">
            <a:extLst>
              <a:ext uri="{FF2B5EF4-FFF2-40B4-BE49-F238E27FC236}">
                <a16:creationId xmlns:a16="http://schemas.microsoft.com/office/drawing/2014/main" id="{1D7F295A-6D3B-5D23-6F52-EB9B40086D64}"/>
              </a:ext>
            </a:extLst>
          </p:cNvPr>
          <p:cNvSpPr>
            <a:spLocks noGrp="1"/>
          </p:cNvSpPr>
          <p:nvPr>
            <p:ph type="sldNum" sz="quarter" idx="11"/>
          </p:nvPr>
        </p:nvSpPr>
        <p:spPr>
          <a:xfrm>
            <a:off x="10932145" y="5859360"/>
            <a:ext cx="396345" cy="371319"/>
          </a:xfrm>
        </p:spPr>
        <p:txBody>
          <a:bodyPr/>
          <a:lstStyle/>
          <a:p>
            <a:pPr>
              <a:lnSpc>
                <a:spcPct val="200000"/>
              </a:lnSpc>
            </a:pPr>
            <a:fld id="{AF0DB371-22FE-4529-B1E6-42D389836D82}" type="slidenum">
              <a:rPr lang="en-US" sz="1100" smtClean="0">
                <a:latin typeface="Georgia Pro" panose="02040502050405020303" pitchFamily="18" charset="0"/>
              </a:rPr>
              <a:pPr>
                <a:lnSpc>
                  <a:spcPct val="200000"/>
                </a:lnSpc>
              </a:pPr>
              <a:t>11</a:t>
            </a:fld>
            <a:endParaRPr lang="en-US" sz="1100" dirty="0">
              <a:latin typeface="Georgia Pro" panose="02040502050405020303" pitchFamily="18" charset="0"/>
            </a:endParaRPr>
          </a:p>
        </p:txBody>
      </p:sp>
      <p:graphicFrame>
        <p:nvGraphicFramePr>
          <p:cNvPr id="23" name="Diagram 22">
            <a:extLst>
              <a:ext uri="{FF2B5EF4-FFF2-40B4-BE49-F238E27FC236}">
                <a16:creationId xmlns:a16="http://schemas.microsoft.com/office/drawing/2014/main" id="{2486E841-FEDB-8904-9A26-33AF3022C04B}"/>
              </a:ext>
            </a:extLst>
          </p:cNvPr>
          <p:cNvGraphicFramePr/>
          <p:nvPr>
            <p:extLst>
              <p:ext uri="{D42A27DB-BD31-4B8C-83A1-F6EECF244321}">
                <p14:modId xmlns:p14="http://schemas.microsoft.com/office/powerpoint/2010/main" val="1375640087"/>
              </p:ext>
            </p:extLst>
          </p:nvPr>
        </p:nvGraphicFramePr>
        <p:xfrm>
          <a:off x="473531" y="1088348"/>
          <a:ext cx="10318516"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43768945"/>
      </p:ext>
    </p:extLst>
  </p:cSld>
  <p:clrMapOvr>
    <a:masterClrMapping/>
  </p:clrMapOvr>
  <mc:AlternateContent xmlns:mc="http://schemas.openxmlformats.org/markup-compatibility/2006">
    <mc:Choice xmlns:p15="http://schemas.microsoft.com/office/powerpoint/2012/main" Requires="p15">
      <p:transition spd="med">
        <p15:prstTrans prst="pageCurlDoubl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3">
                                            <p:graphicEl>
                                              <a:dgm id="{AACF254B-F7CF-4C54-AC5E-68F627E8B633}"/>
                                            </p:graphicEl>
                                          </p:spTgt>
                                        </p:tgtEl>
                                        <p:attrNameLst>
                                          <p:attrName>style.visibility</p:attrName>
                                        </p:attrNameLst>
                                      </p:cBhvr>
                                      <p:to>
                                        <p:strVal val="visible"/>
                                      </p:to>
                                    </p:set>
                                    <p:animEffect transition="in" filter="fade">
                                      <p:cBhvr>
                                        <p:cTn id="7" dur="500"/>
                                        <p:tgtEl>
                                          <p:spTgt spid="23">
                                            <p:graphicEl>
                                              <a:dgm id="{AACF254B-F7CF-4C54-AC5E-68F627E8B633}"/>
                                            </p:graphicEl>
                                          </p:spTgt>
                                        </p:tgtEl>
                                      </p:cBhvr>
                                    </p:animEffect>
                                    <p:anim calcmode="lin" valueType="num">
                                      <p:cBhvr>
                                        <p:cTn id="8" dur="500" fill="hold"/>
                                        <p:tgtEl>
                                          <p:spTgt spid="23">
                                            <p:graphicEl>
                                              <a:dgm id="{AACF254B-F7CF-4C54-AC5E-68F627E8B633}"/>
                                            </p:graphicEl>
                                          </p:spTgt>
                                        </p:tgtEl>
                                        <p:attrNameLst>
                                          <p:attrName>ppt_x</p:attrName>
                                        </p:attrNameLst>
                                      </p:cBhvr>
                                      <p:tavLst>
                                        <p:tav tm="0">
                                          <p:val>
                                            <p:strVal val="#ppt_x"/>
                                          </p:val>
                                        </p:tav>
                                        <p:tav tm="100000">
                                          <p:val>
                                            <p:strVal val="#ppt_x"/>
                                          </p:val>
                                        </p:tav>
                                      </p:tavLst>
                                    </p:anim>
                                    <p:anim calcmode="lin" valueType="num">
                                      <p:cBhvr>
                                        <p:cTn id="9" dur="500" fill="hold"/>
                                        <p:tgtEl>
                                          <p:spTgt spid="23">
                                            <p:graphicEl>
                                              <a:dgm id="{AACF254B-F7CF-4C54-AC5E-68F627E8B633}"/>
                                            </p:graphic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3">
                                            <p:graphicEl>
                                              <a:dgm id="{A11B1DE4-0E9A-4981-B4E8-E0642201C502}"/>
                                            </p:graphicEl>
                                          </p:spTgt>
                                        </p:tgtEl>
                                        <p:attrNameLst>
                                          <p:attrName>style.visibility</p:attrName>
                                        </p:attrNameLst>
                                      </p:cBhvr>
                                      <p:to>
                                        <p:strVal val="visible"/>
                                      </p:to>
                                    </p:set>
                                    <p:animEffect transition="in" filter="fade">
                                      <p:cBhvr>
                                        <p:cTn id="12" dur="500"/>
                                        <p:tgtEl>
                                          <p:spTgt spid="23">
                                            <p:graphicEl>
                                              <a:dgm id="{A11B1DE4-0E9A-4981-B4E8-E0642201C502}"/>
                                            </p:graphicEl>
                                          </p:spTgt>
                                        </p:tgtEl>
                                      </p:cBhvr>
                                    </p:animEffect>
                                    <p:anim calcmode="lin" valueType="num">
                                      <p:cBhvr>
                                        <p:cTn id="13" dur="500" fill="hold"/>
                                        <p:tgtEl>
                                          <p:spTgt spid="23">
                                            <p:graphicEl>
                                              <a:dgm id="{A11B1DE4-0E9A-4981-B4E8-E0642201C502}"/>
                                            </p:graphicEl>
                                          </p:spTgt>
                                        </p:tgtEl>
                                        <p:attrNameLst>
                                          <p:attrName>ppt_x</p:attrName>
                                        </p:attrNameLst>
                                      </p:cBhvr>
                                      <p:tavLst>
                                        <p:tav tm="0">
                                          <p:val>
                                            <p:strVal val="#ppt_x"/>
                                          </p:val>
                                        </p:tav>
                                        <p:tav tm="100000">
                                          <p:val>
                                            <p:strVal val="#ppt_x"/>
                                          </p:val>
                                        </p:tav>
                                      </p:tavLst>
                                    </p:anim>
                                    <p:anim calcmode="lin" valueType="num">
                                      <p:cBhvr>
                                        <p:cTn id="14" dur="500" fill="hold"/>
                                        <p:tgtEl>
                                          <p:spTgt spid="23">
                                            <p:graphicEl>
                                              <a:dgm id="{A11B1DE4-0E9A-4981-B4E8-E0642201C502}"/>
                                            </p:graphicEl>
                                          </p:spTgt>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42" presetClass="entr" presetSubtype="0" fill="hold" grpId="0" nodeType="afterEffect">
                                  <p:stCondLst>
                                    <p:cond delay="0"/>
                                  </p:stCondLst>
                                  <p:childTnLst>
                                    <p:set>
                                      <p:cBhvr>
                                        <p:cTn id="17" dur="1" fill="hold">
                                          <p:stCondLst>
                                            <p:cond delay="0"/>
                                          </p:stCondLst>
                                        </p:cTn>
                                        <p:tgtEl>
                                          <p:spTgt spid="23">
                                            <p:graphicEl>
                                              <a:dgm id="{F5DE52A2-F69F-410F-BA07-3773F3031226}"/>
                                            </p:graphicEl>
                                          </p:spTgt>
                                        </p:tgtEl>
                                        <p:attrNameLst>
                                          <p:attrName>style.visibility</p:attrName>
                                        </p:attrNameLst>
                                      </p:cBhvr>
                                      <p:to>
                                        <p:strVal val="visible"/>
                                      </p:to>
                                    </p:set>
                                    <p:animEffect transition="in" filter="fade">
                                      <p:cBhvr>
                                        <p:cTn id="18" dur="500"/>
                                        <p:tgtEl>
                                          <p:spTgt spid="23">
                                            <p:graphicEl>
                                              <a:dgm id="{F5DE52A2-F69F-410F-BA07-3773F3031226}"/>
                                            </p:graphicEl>
                                          </p:spTgt>
                                        </p:tgtEl>
                                      </p:cBhvr>
                                    </p:animEffect>
                                    <p:anim calcmode="lin" valueType="num">
                                      <p:cBhvr>
                                        <p:cTn id="19" dur="500" fill="hold"/>
                                        <p:tgtEl>
                                          <p:spTgt spid="23">
                                            <p:graphicEl>
                                              <a:dgm id="{F5DE52A2-F69F-410F-BA07-3773F3031226}"/>
                                            </p:graphicEl>
                                          </p:spTgt>
                                        </p:tgtEl>
                                        <p:attrNameLst>
                                          <p:attrName>ppt_x</p:attrName>
                                        </p:attrNameLst>
                                      </p:cBhvr>
                                      <p:tavLst>
                                        <p:tav tm="0">
                                          <p:val>
                                            <p:strVal val="#ppt_x"/>
                                          </p:val>
                                        </p:tav>
                                        <p:tav tm="100000">
                                          <p:val>
                                            <p:strVal val="#ppt_x"/>
                                          </p:val>
                                        </p:tav>
                                      </p:tavLst>
                                    </p:anim>
                                    <p:anim calcmode="lin" valueType="num">
                                      <p:cBhvr>
                                        <p:cTn id="20" dur="500" fill="hold"/>
                                        <p:tgtEl>
                                          <p:spTgt spid="23">
                                            <p:graphicEl>
                                              <a:dgm id="{F5DE52A2-F69F-410F-BA07-3773F3031226}"/>
                                            </p:graphic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23">
                                            <p:graphicEl>
                                              <a:dgm id="{EFFC7709-6981-4D77-B8CF-0764A85B65B8}"/>
                                            </p:graphicEl>
                                          </p:spTgt>
                                        </p:tgtEl>
                                        <p:attrNameLst>
                                          <p:attrName>style.visibility</p:attrName>
                                        </p:attrNameLst>
                                      </p:cBhvr>
                                      <p:to>
                                        <p:strVal val="visible"/>
                                      </p:to>
                                    </p:set>
                                    <p:animEffect transition="in" filter="fade">
                                      <p:cBhvr>
                                        <p:cTn id="23" dur="500"/>
                                        <p:tgtEl>
                                          <p:spTgt spid="23">
                                            <p:graphicEl>
                                              <a:dgm id="{EFFC7709-6981-4D77-B8CF-0764A85B65B8}"/>
                                            </p:graphicEl>
                                          </p:spTgt>
                                        </p:tgtEl>
                                      </p:cBhvr>
                                    </p:animEffect>
                                    <p:anim calcmode="lin" valueType="num">
                                      <p:cBhvr>
                                        <p:cTn id="24" dur="500" fill="hold"/>
                                        <p:tgtEl>
                                          <p:spTgt spid="23">
                                            <p:graphicEl>
                                              <a:dgm id="{EFFC7709-6981-4D77-B8CF-0764A85B65B8}"/>
                                            </p:graphicEl>
                                          </p:spTgt>
                                        </p:tgtEl>
                                        <p:attrNameLst>
                                          <p:attrName>ppt_x</p:attrName>
                                        </p:attrNameLst>
                                      </p:cBhvr>
                                      <p:tavLst>
                                        <p:tav tm="0">
                                          <p:val>
                                            <p:strVal val="#ppt_x"/>
                                          </p:val>
                                        </p:tav>
                                        <p:tav tm="100000">
                                          <p:val>
                                            <p:strVal val="#ppt_x"/>
                                          </p:val>
                                        </p:tav>
                                      </p:tavLst>
                                    </p:anim>
                                    <p:anim calcmode="lin" valueType="num">
                                      <p:cBhvr>
                                        <p:cTn id="25" dur="500" fill="hold"/>
                                        <p:tgtEl>
                                          <p:spTgt spid="23">
                                            <p:graphicEl>
                                              <a:dgm id="{EFFC7709-6981-4D77-B8CF-0764A85B65B8}"/>
                                            </p:graphicEl>
                                          </p:spTgt>
                                        </p:tgtEl>
                                        <p:attrNameLst>
                                          <p:attrName>ppt_y</p:attrName>
                                        </p:attrNameLst>
                                      </p:cBhvr>
                                      <p:tavLst>
                                        <p:tav tm="0">
                                          <p:val>
                                            <p:strVal val="#ppt_y+.1"/>
                                          </p:val>
                                        </p:tav>
                                        <p:tav tm="100000">
                                          <p:val>
                                            <p:strVal val="#ppt_y"/>
                                          </p:val>
                                        </p:tav>
                                      </p:tavLst>
                                    </p:anim>
                                  </p:childTnLst>
                                </p:cTn>
                              </p:par>
                            </p:childTnLst>
                          </p:cTn>
                        </p:par>
                        <p:par>
                          <p:cTn id="26" fill="hold">
                            <p:stCondLst>
                              <p:cond delay="1000"/>
                            </p:stCondLst>
                            <p:childTnLst>
                              <p:par>
                                <p:cTn id="27" presetID="42" presetClass="entr" presetSubtype="0" fill="hold" grpId="0" nodeType="afterEffect">
                                  <p:stCondLst>
                                    <p:cond delay="0"/>
                                  </p:stCondLst>
                                  <p:childTnLst>
                                    <p:set>
                                      <p:cBhvr>
                                        <p:cTn id="28" dur="1" fill="hold">
                                          <p:stCondLst>
                                            <p:cond delay="0"/>
                                          </p:stCondLst>
                                        </p:cTn>
                                        <p:tgtEl>
                                          <p:spTgt spid="23">
                                            <p:graphicEl>
                                              <a:dgm id="{58625A9B-687B-45F4-BEEF-EB658C6ACAA5}"/>
                                            </p:graphicEl>
                                          </p:spTgt>
                                        </p:tgtEl>
                                        <p:attrNameLst>
                                          <p:attrName>style.visibility</p:attrName>
                                        </p:attrNameLst>
                                      </p:cBhvr>
                                      <p:to>
                                        <p:strVal val="visible"/>
                                      </p:to>
                                    </p:set>
                                    <p:animEffect transition="in" filter="fade">
                                      <p:cBhvr>
                                        <p:cTn id="29" dur="500"/>
                                        <p:tgtEl>
                                          <p:spTgt spid="23">
                                            <p:graphicEl>
                                              <a:dgm id="{58625A9B-687B-45F4-BEEF-EB658C6ACAA5}"/>
                                            </p:graphicEl>
                                          </p:spTgt>
                                        </p:tgtEl>
                                      </p:cBhvr>
                                    </p:animEffect>
                                    <p:anim calcmode="lin" valueType="num">
                                      <p:cBhvr>
                                        <p:cTn id="30" dur="500" fill="hold"/>
                                        <p:tgtEl>
                                          <p:spTgt spid="23">
                                            <p:graphicEl>
                                              <a:dgm id="{58625A9B-687B-45F4-BEEF-EB658C6ACAA5}"/>
                                            </p:graphicEl>
                                          </p:spTgt>
                                        </p:tgtEl>
                                        <p:attrNameLst>
                                          <p:attrName>ppt_x</p:attrName>
                                        </p:attrNameLst>
                                      </p:cBhvr>
                                      <p:tavLst>
                                        <p:tav tm="0">
                                          <p:val>
                                            <p:strVal val="#ppt_x"/>
                                          </p:val>
                                        </p:tav>
                                        <p:tav tm="100000">
                                          <p:val>
                                            <p:strVal val="#ppt_x"/>
                                          </p:val>
                                        </p:tav>
                                      </p:tavLst>
                                    </p:anim>
                                    <p:anim calcmode="lin" valueType="num">
                                      <p:cBhvr>
                                        <p:cTn id="31" dur="500" fill="hold"/>
                                        <p:tgtEl>
                                          <p:spTgt spid="23">
                                            <p:graphicEl>
                                              <a:dgm id="{58625A9B-687B-45F4-BEEF-EB658C6ACAA5}"/>
                                            </p:graphic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3">
                                            <p:graphicEl>
                                              <a:dgm id="{BB169871-20B9-4685-B014-FDE1DFB8E87B}"/>
                                            </p:graphicEl>
                                          </p:spTgt>
                                        </p:tgtEl>
                                        <p:attrNameLst>
                                          <p:attrName>style.visibility</p:attrName>
                                        </p:attrNameLst>
                                      </p:cBhvr>
                                      <p:to>
                                        <p:strVal val="visible"/>
                                      </p:to>
                                    </p:set>
                                    <p:animEffect transition="in" filter="fade">
                                      <p:cBhvr>
                                        <p:cTn id="34" dur="500"/>
                                        <p:tgtEl>
                                          <p:spTgt spid="23">
                                            <p:graphicEl>
                                              <a:dgm id="{BB169871-20B9-4685-B014-FDE1DFB8E87B}"/>
                                            </p:graphicEl>
                                          </p:spTgt>
                                        </p:tgtEl>
                                      </p:cBhvr>
                                    </p:animEffect>
                                    <p:anim calcmode="lin" valueType="num">
                                      <p:cBhvr>
                                        <p:cTn id="35" dur="500" fill="hold"/>
                                        <p:tgtEl>
                                          <p:spTgt spid="23">
                                            <p:graphicEl>
                                              <a:dgm id="{BB169871-20B9-4685-B014-FDE1DFB8E87B}"/>
                                            </p:graphicEl>
                                          </p:spTgt>
                                        </p:tgtEl>
                                        <p:attrNameLst>
                                          <p:attrName>ppt_x</p:attrName>
                                        </p:attrNameLst>
                                      </p:cBhvr>
                                      <p:tavLst>
                                        <p:tav tm="0">
                                          <p:val>
                                            <p:strVal val="#ppt_x"/>
                                          </p:val>
                                        </p:tav>
                                        <p:tav tm="100000">
                                          <p:val>
                                            <p:strVal val="#ppt_x"/>
                                          </p:val>
                                        </p:tav>
                                      </p:tavLst>
                                    </p:anim>
                                    <p:anim calcmode="lin" valueType="num">
                                      <p:cBhvr>
                                        <p:cTn id="36" dur="500" fill="hold"/>
                                        <p:tgtEl>
                                          <p:spTgt spid="23">
                                            <p:graphicEl>
                                              <a:dgm id="{BB169871-20B9-4685-B014-FDE1DFB8E87B}"/>
                                            </p:graphicEl>
                                          </p:spTgt>
                                        </p:tgtEl>
                                        <p:attrNameLst>
                                          <p:attrName>ppt_y</p:attrName>
                                        </p:attrNameLst>
                                      </p:cBhvr>
                                      <p:tavLst>
                                        <p:tav tm="0">
                                          <p:val>
                                            <p:strVal val="#ppt_y+.1"/>
                                          </p:val>
                                        </p:tav>
                                        <p:tav tm="100000">
                                          <p:val>
                                            <p:strVal val="#ppt_y"/>
                                          </p:val>
                                        </p:tav>
                                      </p:tavLst>
                                    </p:anim>
                                  </p:childTnLst>
                                </p:cTn>
                              </p:par>
                            </p:childTnLst>
                          </p:cTn>
                        </p:par>
                        <p:par>
                          <p:cTn id="37" fill="hold">
                            <p:stCondLst>
                              <p:cond delay="1500"/>
                            </p:stCondLst>
                            <p:childTnLst>
                              <p:par>
                                <p:cTn id="38" presetID="42" presetClass="entr" presetSubtype="0" fill="hold" grpId="0" nodeType="afterEffect">
                                  <p:stCondLst>
                                    <p:cond delay="0"/>
                                  </p:stCondLst>
                                  <p:childTnLst>
                                    <p:set>
                                      <p:cBhvr>
                                        <p:cTn id="39" dur="1" fill="hold">
                                          <p:stCondLst>
                                            <p:cond delay="0"/>
                                          </p:stCondLst>
                                        </p:cTn>
                                        <p:tgtEl>
                                          <p:spTgt spid="23">
                                            <p:graphicEl>
                                              <a:dgm id="{956F1F86-D49C-41F3-9DE8-F605A7CFF915}"/>
                                            </p:graphicEl>
                                          </p:spTgt>
                                        </p:tgtEl>
                                        <p:attrNameLst>
                                          <p:attrName>style.visibility</p:attrName>
                                        </p:attrNameLst>
                                      </p:cBhvr>
                                      <p:to>
                                        <p:strVal val="visible"/>
                                      </p:to>
                                    </p:set>
                                    <p:animEffect transition="in" filter="fade">
                                      <p:cBhvr>
                                        <p:cTn id="40" dur="500"/>
                                        <p:tgtEl>
                                          <p:spTgt spid="23">
                                            <p:graphicEl>
                                              <a:dgm id="{956F1F86-D49C-41F3-9DE8-F605A7CFF915}"/>
                                            </p:graphicEl>
                                          </p:spTgt>
                                        </p:tgtEl>
                                      </p:cBhvr>
                                    </p:animEffect>
                                    <p:anim calcmode="lin" valueType="num">
                                      <p:cBhvr>
                                        <p:cTn id="41" dur="500" fill="hold"/>
                                        <p:tgtEl>
                                          <p:spTgt spid="23">
                                            <p:graphicEl>
                                              <a:dgm id="{956F1F86-D49C-41F3-9DE8-F605A7CFF915}"/>
                                            </p:graphicEl>
                                          </p:spTgt>
                                        </p:tgtEl>
                                        <p:attrNameLst>
                                          <p:attrName>ppt_x</p:attrName>
                                        </p:attrNameLst>
                                      </p:cBhvr>
                                      <p:tavLst>
                                        <p:tav tm="0">
                                          <p:val>
                                            <p:strVal val="#ppt_x"/>
                                          </p:val>
                                        </p:tav>
                                        <p:tav tm="100000">
                                          <p:val>
                                            <p:strVal val="#ppt_x"/>
                                          </p:val>
                                        </p:tav>
                                      </p:tavLst>
                                    </p:anim>
                                    <p:anim calcmode="lin" valueType="num">
                                      <p:cBhvr>
                                        <p:cTn id="42" dur="500" fill="hold"/>
                                        <p:tgtEl>
                                          <p:spTgt spid="23">
                                            <p:graphicEl>
                                              <a:dgm id="{956F1F86-D49C-41F3-9DE8-F605A7CFF915}"/>
                                            </p:graphic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23">
                                            <p:graphicEl>
                                              <a:dgm id="{71B0F93F-313B-4B28-B3E6-D6F31181782C}"/>
                                            </p:graphicEl>
                                          </p:spTgt>
                                        </p:tgtEl>
                                        <p:attrNameLst>
                                          <p:attrName>style.visibility</p:attrName>
                                        </p:attrNameLst>
                                      </p:cBhvr>
                                      <p:to>
                                        <p:strVal val="visible"/>
                                      </p:to>
                                    </p:set>
                                    <p:animEffect transition="in" filter="fade">
                                      <p:cBhvr>
                                        <p:cTn id="45" dur="500"/>
                                        <p:tgtEl>
                                          <p:spTgt spid="23">
                                            <p:graphicEl>
                                              <a:dgm id="{71B0F93F-313B-4B28-B3E6-D6F31181782C}"/>
                                            </p:graphicEl>
                                          </p:spTgt>
                                        </p:tgtEl>
                                      </p:cBhvr>
                                    </p:animEffect>
                                    <p:anim calcmode="lin" valueType="num">
                                      <p:cBhvr>
                                        <p:cTn id="46" dur="500" fill="hold"/>
                                        <p:tgtEl>
                                          <p:spTgt spid="23">
                                            <p:graphicEl>
                                              <a:dgm id="{71B0F93F-313B-4B28-B3E6-D6F31181782C}"/>
                                            </p:graphicEl>
                                          </p:spTgt>
                                        </p:tgtEl>
                                        <p:attrNameLst>
                                          <p:attrName>ppt_x</p:attrName>
                                        </p:attrNameLst>
                                      </p:cBhvr>
                                      <p:tavLst>
                                        <p:tav tm="0">
                                          <p:val>
                                            <p:strVal val="#ppt_x"/>
                                          </p:val>
                                        </p:tav>
                                        <p:tav tm="100000">
                                          <p:val>
                                            <p:strVal val="#ppt_x"/>
                                          </p:val>
                                        </p:tav>
                                      </p:tavLst>
                                    </p:anim>
                                    <p:anim calcmode="lin" valueType="num">
                                      <p:cBhvr>
                                        <p:cTn id="47" dur="500" fill="hold"/>
                                        <p:tgtEl>
                                          <p:spTgt spid="23">
                                            <p:graphicEl>
                                              <a:dgm id="{71B0F93F-313B-4B28-B3E6-D6F31181782C}"/>
                                            </p:graphicEl>
                                          </p:spTgt>
                                        </p:tgtEl>
                                        <p:attrNameLst>
                                          <p:attrName>ppt_y</p:attrName>
                                        </p:attrNameLst>
                                      </p:cBhvr>
                                      <p:tavLst>
                                        <p:tav tm="0">
                                          <p:val>
                                            <p:strVal val="#ppt_y+.1"/>
                                          </p:val>
                                        </p:tav>
                                        <p:tav tm="100000">
                                          <p:val>
                                            <p:strVal val="#ppt_y"/>
                                          </p:val>
                                        </p:tav>
                                      </p:tavLst>
                                    </p:anim>
                                  </p:childTnLst>
                                </p:cTn>
                              </p:par>
                            </p:childTnLst>
                          </p:cTn>
                        </p:par>
                        <p:par>
                          <p:cTn id="48" fill="hold">
                            <p:stCondLst>
                              <p:cond delay="2000"/>
                            </p:stCondLst>
                            <p:childTnLst>
                              <p:par>
                                <p:cTn id="49" presetID="42" presetClass="entr" presetSubtype="0" fill="hold" grpId="0" nodeType="afterEffect">
                                  <p:stCondLst>
                                    <p:cond delay="0"/>
                                  </p:stCondLst>
                                  <p:childTnLst>
                                    <p:set>
                                      <p:cBhvr>
                                        <p:cTn id="50" dur="1" fill="hold">
                                          <p:stCondLst>
                                            <p:cond delay="0"/>
                                          </p:stCondLst>
                                        </p:cTn>
                                        <p:tgtEl>
                                          <p:spTgt spid="23">
                                            <p:graphicEl>
                                              <a:dgm id="{5D0F11BD-B889-4611-9DE6-8884C415249E}"/>
                                            </p:graphicEl>
                                          </p:spTgt>
                                        </p:tgtEl>
                                        <p:attrNameLst>
                                          <p:attrName>style.visibility</p:attrName>
                                        </p:attrNameLst>
                                      </p:cBhvr>
                                      <p:to>
                                        <p:strVal val="visible"/>
                                      </p:to>
                                    </p:set>
                                    <p:animEffect transition="in" filter="fade">
                                      <p:cBhvr>
                                        <p:cTn id="51" dur="500"/>
                                        <p:tgtEl>
                                          <p:spTgt spid="23">
                                            <p:graphicEl>
                                              <a:dgm id="{5D0F11BD-B889-4611-9DE6-8884C415249E}"/>
                                            </p:graphicEl>
                                          </p:spTgt>
                                        </p:tgtEl>
                                      </p:cBhvr>
                                    </p:animEffect>
                                    <p:anim calcmode="lin" valueType="num">
                                      <p:cBhvr>
                                        <p:cTn id="52" dur="500" fill="hold"/>
                                        <p:tgtEl>
                                          <p:spTgt spid="23">
                                            <p:graphicEl>
                                              <a:dgm id="{5D0F11BD-B889-4611-9DE6-8884C415249E}"/>
                                            </p:graphicEl>
                                          </p:spTgt>
                                        </p:tgtEl>
                                        <p:attrNameLst>
                                          <p:attrName>ppt_x</p:attrName>
                                        </p:attrNameLst>
                                      </p:cBhvr>
                                      <p:tavLst>
                                        <p:tav tm="0">
                                          <p:val>
                                            <p:strVal val="#ppt_x"/>
                                          </p:val>
                                        </p:tav>
                                        <p:tav tm="100000">
                                          <p:val>
                                            <p:strVal val="#ppt_x"/>
                                          </p:val>
                                        </p:tav>
                                      </p:tavLst>
                                    </p:anim>
                                    <p:anim calcmode="lin" valueType="num">
                                      <p:cBhvr>
                                        <p:cTn id="53" dur="500" fill="hold"/>
                                        <p:tgtEl>
                                          <p:spTgt spid="23">
                                            <p:graphicEl>
                                              <a:dgm id="{5D0F11BD-B889-4611-9DE6-8884C415249E}"/>
                                            </p:graphicEl>
                                          </p:spTgt>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23">
                                            <p:graphicEl>
                                              <a:dgm id="{D6CCF415-1E5A-4A14-AFFC-CC46E92B57A1}"/>
                                            </p:graphicEl>
                                          </p:spTgt>
                                        </p:tgtEl>
                                        <p:attrNameLst>
                                          <p:attrName>style.visibility</p:attrName>
                                        </p:attrNameLst>
                                      </p:cBhvr>
                                      <p:to>
                                        <p:strVal val="visible"/>
                                      </p:to>
                                    </p:set>
                                    <p:animEffect transition="in" filter="fade">
                                      <p:cBhvr>
                                        <p:cTn id="56" dur="500"/>
                                        <p:tgtEl>
                                          <p:spTgt spid="23">
                                            <p:graphicEl>
                                              <a:dgm id="{D6CCF415-1E5A-4A14-AFFC-CC46E92B57A1}"/>
                                            </p:graphicEl>
                                          </p:spTgt>
                                        </p:tgtEl>
                                      </p:cBhvr>
                                    </p:animEffect>
                                    <p:anim calcmode="lin" valueType="num">
                                      <p:cBhvr>
                                        <p:cTn id="57" dur="500" fill="hold"/>
                                        <p:tgtEl>
                                          <p:spTgt spid="23">
                                            <p:graphicEl>
                                              <a:dgm id="{D6CCF415-1E5A-4A14-AFFC-CC46E92B57A1}"/>
                                            </p:graphicEl>
                                          </p:spTgt>
                                        </p:tgtEl>
                                        <p:attrNameLst>
                                          <p:attrName>ppt_x</p:attrName>
                                        </p:attrNameLst>
                                      </p:cBhvr>
                                      <p:tavLst>
                                        <p:tav tm="0">
                                          <p:val>
                                            <p:strVal val="#ppt_x"/>
                                          </p:val>
                                        </p:tav>
                                        <p:tav tm="100000">
                                          <p:val>
                                            <p:strVal val="#ppt_x"/>
                                          </p:val>
                                        </p:tav>
                                      </p:tavLst>
                                    </p:anim>
                                    <p:anim calcmode="lin" valueType="num">
                                      <p:cBhvr>
                                        <p:cTn id="58" dur="500" fill="hold"/>
                                        <p:tgtEl>
                                          <p:spTgt spid="23">
                                            <p:graphicEl>
                                              <a:dgm id="{D6CCF415-1E5A-4A14-AFFC-CC46E92B57A1}"/>
                                            </p:graphicEl>
                                          </p:spTgt>
                                        </p:tgtEl>
                                        <p:attrNameLst>
                                          <p:attrName>ppt_y</p:attrName>
                                        </p:attrNameLst>
                                      </p:cBhvr>
                                      <p:tavLst>
                                        <p:tav tm="0">
                                          <p:val>
                                            <p:strVal val="#ppt_y+.1"/>
                                          </p:val>
                                        </p:tav>
                                        <p:tav tm="100000">
                                          <p:val>
                                            <p:strVal val="#ppt_y"/>
                                          </p:val>
                                        </p:tav>
                                      </p:tavLst>
                                    </p:anim>
                                  </p:childTnLst>
                                </p:cTn>
                              </p:par>
                            </p:childTnLst>
                          </p:cTn>
                        </p:par>
                        <p:par>
                          <p:cTn id="59" fill="hold">
                            <p:stCondLst>
                              <p:cond delay="2500"/>
                            </p:stCondLst>
                            <p:childTnLst>
                              <p:par>
                                <p:cTn id="60" presetID="42" presetClass="entr" presetSubtype="0" fill="hold" grpId="0" nodeType="afterEffect">
                                  <p:stCondLst>
                                    <p:cond delay="0"/>
                                  </p:stCondLst>
                                  <p:childTnLst>
                                    <p:set>
                                      <p:cBhvr>
                                        <p:cTn id="61" dur="1" fill="hold">
                                          <p:stCondLst>
                                            <p:cond delay="0"/>
                                          </p:stCondLst>
                                        </p:cTn>
                                        <p:tgtEl>
                                          <p:spTgt spid="23">
                                            <p:graphicEl>
                                              <a:dgm id="{F8763316-9331-40ED-93A3-D16E9377411F}"/>
                                            </p:graphicEl>
                                          </p:spTgt>
                                        </p:tgtEl>
                                        <p:attrNameLst>
                                          <p:attrName>style.visibility</p:attrName>
                                        </p:attrNameLst>
                                      </p:cBhvr>
                                      <p:to>
                                        <p:strVal val="visible"/>
                                      </p:to>
                                    </p:set>
                                    <p:animEffect transition="in" filter="fade">
                                      <p:cBhvr>
                                        <p:cTn id="62" dur="500"/>
                                        <p:tgtEl>
                                          <p:spTgt spid="23">
                                            <p:graphicEl>
                                              <a:dgm id="{F8763316-9331-40ED-93A3-D16E9377411F}"/>
                                            </p:graphicEl>
                                          </p:spTgt>
                                        </p:tgtEl>
                                      </p:cBhvr>
                                    </p:animEffect>
                                    <p:anim calcmode="lin" valueType="num">
                                      <p:cBhvr>
                                        <p:cTn id="63" dur="500" fill="hold"/>
                                        <p:tgtEl>
                                          <p:spTgt spid="23">
                                            <p:graphicEl>
                                              <a:dgm id="{F8763316-9331-40ED-93A3-D16E9377411F}"/>
                                            </p:graphicEl>
                                          </p:spTgt>
                                        </p:tgtEl>
                                        <p:attrNameLst>
                                          <p:attrName>ppt_x</p:attrName>
                                        </p:attrNameLst>
                                      </p:cBhvr>
                                      <p:tavLst>
                                        <p:tav tm="0">
                                          <p:val>
                                            <p:strVal val="#ppt_x"/>
                                          </p:val>
                                        </p:tav>
                                        <p:tav tm="100000">
                                          <p:val>
                                            <p:strVal val="#ppt_x"/>
                                          </p:val>
                                        </p:tav>
                                      </p:tavLst>
                                    </p:anim>
                                    <p:anim calcmode="lin" valueType="num">
                                      <p:cBhvr>
                                        <p:cTn id="64" dur="500" fill="hold"/>
                                        <p:tgtEl>
                                          <p:spTgt spid="23">
                                            <p:graphicEl>
                                              <a:dgm id="{F8763316-9331-40ED-93A3-D16E9377411F}"/>
                                            </p:graphicEl>
                                          </p:spTgt>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3">
                                            <p:graphicEl>
                                              <a:dgm id="{3781CA37-BDCC-4F0F-BFC7-4E816CADB921}"/>
                                            </p:graphicEl>
                                          </p:spTgt>
                                        </p:tgtEl>
                                        <p:attrNameLst>
                                          <p:attrName>style.visibility</p:attrName>
                                        </p:attrNameLst>
                                      </p:cBhvr>
                                      <p:to>
                                        <p:strVal val="visible"/>
                                      </p:to>
                                    </p:set>
                                    <p:animEffect transition="in" filter="fade">
                                      <p:cBhvr>
                                        <p:cTn id="67" dur="500"/>
                                        <p:tgtEl>
                                          <p:spTgt spid="23">
                                            <p:graphicEl>
                                              <a:dgm id="{3781CA37-BDCC-4F0F-BFC7-4E816CADB921}"/>
                                            </p:graphicEl>
                                          </p:spTgt>
                                        </p:tgtEl>
                                      </p:cBhvr>
                                    </p:animEffect>
                                    <p:anim calcmode="lin" valueType="num">
                                      <p:cBhvr>
                                        <p:cTn id="68" dur="500" fill="hold"/>
                                        <p:tgtEl>
                                          <p:spTgt spid="23">
                                            <p:graphicEl>
                                              <a:dgm id="{3781CA37-BDCC-4F0F-BFC7-4E816CADB921}"/>
                                            </p:graphicEl>
                                          </p:spTgt>
                                        </p:tgtEl>
                                        <p:attrNameLst>
                                          <p:attrName>ppt_x</p:attrName>
                                        </p:attrNameLst>
                                      </p:cBhvr>
                                      <p:tavLst>
                                        <p:tav tm="0">
                                          <p:val>
                                            <p:strVal val="#ppt_x"/>
                                          </p:val>
                                        </p:tav>
                                        <p:tav tm="100000">
                                          <p:val>
                                            <p:strVal val="#ppt_x"/>
                                          </p:val>
                                        </p:tav>
                                      </p:tavLst>
                                    </p:anim>
                                    <p:anim calcmode="lin" valueType="num">
                                      <p:cBhvr>
                                        <p:cTn id="69" dur="500" fill="hold"/>
                                        <p:tgtEl>
                                          <p:spTgt spid="23">
                                            <p:graphicEl>
                                              <a:dgm id="{3781CA37-BDCC-4F0F-BFC7-4E816CADB921}"/>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uiExpand="1">
        <p:bldSub>
          <a:bldDgm/>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7000"/>
            <a:lum/>
          </a:blip>
          <a:srcRect/>
          <a:stretch>
            <a:fillRect l="-11000" r="-11000"/>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387678C-39B8-282F-C8CA-961D6832C1B3}"/>
              </a:ext>
            </a:extLst>
          </p:cNvPr>
          <p:cNvSpPr>
            <a:spLocks noGrp="1"/>
          </p:cNvSpPr>
          <p:nvPr>
            <p:ph type="sldNum" sz="quarter" idx="11"/>
          </p:nvPr>
        </p:nvSpPr>
        <p:spPr/>
        <p:txBody>
          <a:bodyPr/>
          <a:lstStyle/>
          <a:p>
            <a:fld id="{AF0DB371-22FE-4529-B1E6-42D389836D82}" type="slidenum">
              <a:rPr lang="en-US" smtClean="0"/>
              <a:t>12</a:t>
            </a:fld>
            <a:endParaRPr lang="en-US"/>
          </a:p>
        </p:txBody>
      </p:sp>
      <p:sp>
        <p:nvSpPr>
          <p:cNvPr id="7" name="Hexagon 6">
            <a:extLst>
              <a:ext uri="{FF2B5EF4-FFF2-40B4-BE49-F238E27FC236}">
                <a16:creationId xmlns:a16="http://schemas.microsoft.com/office/drawing/2014/main" id="{E24830D4-CE15-971F-8A55-8B8710BDCD3A}"/>
              </a:ext>
            </a:extLst>
          </p:cNvPr>
          <p:cNvSpPr/>
          <p:nvPr/>
        </p:nvSpPr>
        <p:spPr>
          <a:xfrm>
            <a:off x="723014" y="265593"/>
            <a:ext cx="10132827" cy="5963167"/>
          </a:xfrm>
          <a:prstGeom prst="hexagon">
            <a:avLst>
              <a:gd name="adj" fmla="val 0"/>
              <a:gd name="vf" fmla="val 115470"/>
            </a:avLst>
          </a:prstGeom>
          <a:blipFill dpi="0" rotWithShape="1">
            <a:blip r:embed="rId2"/>
            <a:srcRect/>
            <a:stretch>
              <a:fillRect l="4000" r="-3000"/>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6171484"/>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661492" y="1250256"/>
            <a:ext cx="6297018" cy="944959"/>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3708"/>
              </a:lnSpc>
              <a:buNone/>
            </a:pPr>
            <a:r>
              <a:rPr lang="en-US" sz="2958" b="1" dirty="0">
                <a:solidFill>
                  <a:srgbClr val="000000"/>
                </a:solidFill>
                <a:latin typeface="Times New Roman" panose="02020603050405020304" pitchFamily="18" charset="0"/>
                <a:ea typeface="Inter Bold" pitchFamily="34" charset="-122"/>
                <a:cs typeface="Times New Roman" panose="02020603050405020304" pitchFamily="18" charset="0"/>
              </a:rPr>
              <a:t>Conclusion &amp; Future Enhancements</a:t>
            </a:r>
            <a:endParaRPr lang="en-US" sz="2958" dirty="0">
              <a:latin typeface="Times New Roman" panose="02020603050405020304" pitchFamily="18" charset="0"/>
            </a:endParaRPr>
          </a:p>
        </p:txBody>
      </p:sp>
      <p:sp>
        <p:nvSpPr>
          <p:cNvPr id="4" name="Text 1"/>
          <p:cNvSpPr/>
          <p:nvPr/>
        </p:nvSpPr>
        <p:spPr>
          <a:xfrm>
            <a:off x="661492" y="1907311"/>
            <a:ext cx="6558015" cy="1128415"/>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ct val="200000"/>
              </a:lnSpc>
              <a:buNone/>
            </a:pPr>
            <a:r>
              <a:rPr lang="en-US" sz="1458" dirty="0">
                <a:solidFill>
                  <a:srgbClr val="272525"/>
                </a:solidFill>
                <a:latin typeface="Georgia Pro" panose="02040502050405020303" pitchFamily="18" charset="0"/>
                <a:ea typeface="Inter" pitchFamily="34" charset="-122"/>
                <a:cs typeface="Inter" pitchFamily="34" charset="-120"/>
              </a:rPr>
              <a:t>The project successfully delivered an intuitive, fast, and multi-format data analytics dashboard, empowering users to visually explore datasets, compute KPIs, and generate reports without any coding.</a:t>
            </a:r>
            <a:endParaRPr lang="en-US" sz="1458" dirty="0">
              <a:latin typeface="Georgia Pro" panose="02040502050405020303" pitchFamily="18" charset="0"/>
            </a:endParaRPr>
          </a:p>
        </p:txBody>
      </p:sp>
      <p:sp>
        <p:nvSpPr>
          <p:cNvPr id="5" name="Shape 2"/>
          <p:cNvSpPr/>
          <p:nvPr/>
        </p:nvSpPr>
        <p:spPr>
          <a:xfrm>
            <a:off x="661492" y="3598663"/>
            <a:ext cx="6297018" cy="2009081"/>
          </a:xfrm>
          <a:prstGeom prst="roundRect">
            <a:avLst>
              <a:gd name="adj" fmla="val 22580"/>
            </a:avLst>
          </a:prstGeom>
          <a:solidFill>
            <a:srgbClr val="DADBF1"/>
          </a:solidFill>
          <a:ln w="7620">
            <a:solidFill>
              <a:srgbClr val="C0C1D7"/>
            </a:solidFill>
            <a:prstDash val="solid"/>
          </a:ln>
        </p:spPr>
        <p:txBody>
          <a:bodyPr/>
          <a:lstStyle/>
          <a:p>
            <a:endParaRPr lang="en-IN" dirty="0">
              <a:latin typeface="Georgia Pro" panose="02040502050405020303" pitchFamily="18" charset="0"/>
            </a:endParaRPr>
          </a:p>
        </p:txBody>
      </p:sp>
      <p:sp>
        <p:nvSpPr>
          <p:cNvPr id="6" name="Text 3"/>
          <p:cNvSpPr/>
          <p:nvPr/>
        </p:nvSpPr>
        <p:spPr>
          <a:xfrm>
            <a:off x="856854" y="3794025"/>
            <a:ext cx="2362696" cy="295275"/>
          </a:xfrm>
          <a:prstGeom prst="rect">
            <a:avLst/>
          </a:prstGeom>
          <a:noFill/>
          <a:ln/>
        </p:spPr>
        <p:txBody>
          <a:bodyPr wrap="non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292"/>
              </a:lnSpc>
              <a:buNone/>
            </a:pPr>
            <a:r>
              <a:rPr lang="en-US" sz="1833" b="1" dirty="0">
                <a:solidFill>
                  <a:srgbClr val="272525"/>
                </a:solidFill>
                <a:latin typeface="Georgia Pro" panose="02040502050405020303" pitchFamily="18" charset="0"/>
                <a:ea typeface="Inter Bold" pitchFamily="34" charset="-122"/>
                <a:cs typeface="Times New Roman" panose="02020603050405020304" pitchFamily="18" charset="0"/>
              </a:rPr>
              <a:t>Future Work</a:t>
            </a:r>
            <a:endParaRPr lang="en-US" sz="1833" dirty="0">
              <a:latin typeface="Georgia Pro" panose="02040502050405020303" pitchFamily="18" charset="0"/>
            </a:endParaRPr>
          </a:p>
        </p:txBody>
      </p:sp>
      <p:sp>
        <p:nvSpPr>
          <p:cNvPr id="7" name="Text 4"/>
          <p:cNvSpPr/>
          <p:nvPr/>
        </p:nvSpPr>
        <p:spPr>
          <a:xfrm>
            <a:off x="856854" y="4202706"/>
            <a:ext cx="5906294" cy="1209675"/>
          </a:xfrm>
          <a:prstGeom prst="rect">
            <a:avLst/>
          </a:prstGeom>
          <a:noFill/>
          <a:ln/>
        </p:spPr>
        <p:txBody>
          <a:bodyPr wrap="square" lIns="0" tIns="0" rIns="0" bIns="0" rtlCol="0" anchor="t"/>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0" indent="0" algn="l">
              <a:lnSpc>
                <a:spcPts val="2375"/>
              </a:lnSpc>
              <a:buNone/>
            </a:pPr>
            <a:r>
              <a:rPr lang="en-US" sz="1458" dirty="0">
                <a:solidFill>
                  <a:srgbClr val="272525"/>
                </a:solidFill>
                <a:latin typeface="Georgia Pro" panose="02040502050405020303" pitchFamily="18" charset="0"/>
                <a:ea typeface="Inter" pitchFamily="34" charset="-122"/>
                <a:cs typeface="Inter" pitchFamily="34" charset="-120"/>
              </a:rPr>
              <a:t>Our roadmap includes integrating machine learning models, supporting real-time data streams, offering personalised dashboard themes, and enabling export options for individual charts.</a:t>
            </a:r>
            <a:endParaRPr lang="en-US" sz="1458" dirty="0">
              <a:latin typeface="Georgia Pro" panose="02040502050405020303" pitchFamily="18" charset="0"/>
            </a:endParaRPr>
          </a:p>
        </p:txBody>
      </p:sp>
      <p:sp>
        <p:nvSpPr>
          <p:cNvPr id="8" name="Slide Number Placeholder 7">
            <a:extLst>
              <a:ext uri="{FF2B5EF4-FFF2-40B4-BE49-F238E27FC236}">
                <a16:creationId xmlns:a16="http://schemas.microsoft.com/office/drawing/2014/main" id="{35676C2E-44BD-9BF6-6E82-A298A44ED356}"/>
              </a:ext>
            </a:extLst>
          </p:cNvPr>
          <p:cNvSpPr>
            <a:spLocks noGrp="1"/>
          </p:cNvSpPr>
          <p:nvPr>
            <p:ph type="sldNum" sz="quarter" idx="11"/>
          </p:nvPr>
        </p:nvSpPr>
        <p:spPr/>
        <p:txBody>
          <a:bodyPr/>
          <a:lstStyle/>
          <a:p>
            <a:fld id="{AF0DB371-22FE-4529-B1E6-42D389836D82}" type="slidenum">
              <a:rPr lang="en-US" smtClean="0">
                <a:latin typeface="Georgia Pro" panose="02040502050405020303" pitchFamily="18" charset="0"/>
              </a:rPr>
              <a:t>13</a:t>
            </a:fld>
            <a:endParaRPr lang="en-US">
              <a:latin typeface="Georgia Pro" panose="02040502050405020303" pitchFamily="18" charset="0"/>
            </a:endParaRPr>
          </a:p>
        </p:txBody>
      </p:sp>
      <p:pic>
        <p:nvPicPr>
          <p:cNvPr id="9" name="PixVerse_V5_Image_Text_540P_moving">
            <a:hlinkClick r:id="" action="ppaction://media"/>
            <a:extLst>
              <a:ext uri="{FF2B5EF4-FFF2-40B4-BE49-F238E27FC236}">
                <a16:creationId xmlns:a16="http://schemas.microsoft.com/office/drawing/2014/main" id="{EA3407B3-B1CD-DE07-5B15-2FFFD84E868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414869" y="-551320"/>
            <a:ext cx="4978137" cy="7409320"/>
          </a:xfrm>
          <a:prstGeom prst="rect">
            <a:avLst/>
          </a:prstGeom>
        </p:spPr>
      </p:pic>
    </p:spTree>
    <p:extLst>
      <p:ext uri="{BB962C8B-B14F-4D97-AF65-F5344CB8AC3E}">
        <p14:creationId xmlns:p14="http://schemas.microsoft.com/office/powerpoint/2010/main" val="4073409238"/>
      </p:ext>
    </p:extLst>
  </p:cSld>
  <p:clrMapOvr>
    <a:masterClrMapping/>
  </p:clrMapOvr>
  <mc:AlternateContent xmlns:mc="http://schemas.openxmlformats.org/markup-compatibility/2006">
    <mc:Choice xmlns:p15="http://schemas.microsoft.com/office/powerpoint/2012/main" Requires="p15">
      <p:transition spd="med">
        <p15:prstTrans prst="pageCurlDoubl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mediacall" presetSubtype="0" fill="hold" nodeType="withEffect">
                                  <p:stCondLst>
                                    <p:cond delay="0"/>
                                  </p:stCondLst>
                                  <p:childTnLst>
                                    <p:cmd type="call" cmd="togglePause">
                                      <p:cBhvr>
                                        <p:cTn id="6" dur="1" fill="hold"/>
                                        <p:tgtEl>
                                          <p:spTgt spid="9"/>
                                        </p:tgtEl>
                                      </p:cBhvr>
                                    </p:cmd>
                                  </p:childTnLst>
                                </p:cTn>
                              </p:par>
                              <p:par>
                                <p:cTn id="7" presetID="53" presetClass="entr" presetSubtype="16"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fltVal val="0"/>
                                          </p:val>
                                        </p:tav>
                                        <p:tav tm="100000">
                                          <p:val>
                                            <p:strVal val="#ppt_h"/>
                                          </p:val>
                                        </p:tav>
                                      </p:tavLst>
                                    </p:anim>
                                    <p:animEffect transition="in" filter="fade">
                                      <p:cBhvr>
                                        <p:cTn id="11" dur="500"/>
                                        <p:tgtEl>
                                          <p:spTgt spid="4"/>
                                        </p:tgtEl>
                                      </p:cBhvr>
                                    </p:animEffect>
                                  </p:childTnLst>
                                </p:cTn>
                              </p:par>
                            </p:childTnLst>
                          </p:cTn>
                        </p:par>
                        <p:par>
                          <p:cTn id="12" fill="hold">
                            <p:stCondLst>
                              <p:cond delay="500"/>
                            </p:stCondLst>
                            <p:childTnLst>
                              <p:par>
                                <p:cTn id="13" presetID="53" presetClass="entr" presetSubtype="16"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Effect transition="in" filter="fade">
                                      <p:cBhvr>
                                        <p:cTn id="17" dur="500"/>
                                        <p:tgtEl>
                                          <p:spTgt spid="5"/>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childTnLst>
                          </p:cTn>
                        </p:par>
                        <p:par>
                          <p:cTn id="23" fill="hold">
                            <p:stCondLst>
                              <p:cond delay="1000"/>
                            </p:stCondLst>
                            <p:childTnLst>
                              <p:par>
                                <p:cTn id="24" presetID="53" presetClass="entr" presetSubtype="16"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p:cTn id="26" dur="500" fill="hold"/>
                                        <p:tgtEl>
                                          <p:spTgt spid="7"/>
                                        </p:tgtEl>
                                        <p:attrNameLst>
                                          <p:attrName>ppt_w</p:attrName>
                                        </p:attrNameLst>
                                      </p:cBhvr>
                                      <p:tavLst>
                                        <p:tav tm="0">
                                          <p:val>
                                            <p:fltVal val="0"/>
                                          </p:val>
                                        </p:tav>
                                        <p:tav tm="100000">
                                          <p:val>
                                            <p:strVal val="#ppt_w"/>
                                          </p:val>
                                        </p:tav>
                                      </p:tavLst>
                                    </p:anim>
                                    <p:anim calcmode="lin" valueType="num">
                                      <p:cBhvr>
                                        <p:cTn id="27" dur="500" fill="hold"/>
                                        <p:tgtEl>
                                          <p:spTgt spid="7"/>
                                        </p:tgtEl>
                                        <p:attrNameLst>
                                          <p:attrName>ppt_h</p:attrName>
                                        </p:attrNameLst>
                                      </p:cBhvr>
                                      <p:tavLst>
                                        <p:tav tm="0">
                                          <p:val>
                                            <p:fltVal val="0"/>
                                          </p:val>
                                        </p:tav>
                                        <p:tav tm="100000">
                                          <p:val>
                                            <p:strVal val="#ppt_h"/>
                                          </p:val>
                                        </p:tav>
                                      </p:tavLst>
                                    </p:anim>
                                    <p:animEffect transition="in" filter="fade">
                                      <p:cBhvr>
                                        <p:cTn id="28" dur="500"/>
                                        <p:tgtEl>
                                          <p:spTgt spid="7"/>
                                        </p:tgtEl>
                                      </p:cBhvr>
                                    </p:animEffect>
                                  </p:childTnLst>
                                </p:cTn>
                              </p:par>
                            </p:childTnLst>
                          </p:cTn>
                        </p:par>
                        <p:par>
                          <p:cTn id="29" fill="hold">
                            <p:stCondLst>
                              <p:cond delay="1500"/>
                            </p:stCondLst>
                            <p:childTnLst>
                              <p:par>
                                <p:cTn id="30" presetID="1" presetClass="mediacall" presetSubtype="0" fill="hold" nodeType="afterEffect">
                                  <p:stCondLst>
                                    <p:cond delay="0"/>
                                  </p:stCondLst>
                                  <p:childTnLst>
                                    <p:cmd type="call" cmd="playFrom(0.0)">
                                      <p:cBhvr>
                                        <p:cTn id="31" dur="5042"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32" fill="remove" display="0">
                  <p:stCondLst>
                    <p:cond delay="indefinite"/>
                  </p:stCondLst>
                </p:cTn>
                <p:tgtEl>
                  <p:spTgt spid="9"/>
                </p:tgtEl>
              </p:cMediaNode>
            </p:video>
          </p:childTnLst>
        </p:cTn>
      </p:par>
    </p:tnLst>
    <p:bldLst>
      <p:bldP spid="4" grpId="0" animBg="1"/>
      <p:bldP spid="5" grpId="0" animBg="1"/>
      <p:bldP spid="6" grpId="0" animBg="1"/>
      <p:bldP spid="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001795FC295FD4D936A22EEEC3C3326" ma:contentTypeVersion="12" ma:contentTypeDescription="Create a new document." ma:contentTypeScope="" ma:versionID="cfec8dc1d87df567a1b7362d65945d61">
  <xsd:schema xmlns:xsd="http://www.w3.org/2001/XMLSchema" xmlns:xs="http://www.w3.org/2001/XMLSchema" xmlns:p="http://schemas.microsoft.com/office/2006/metadata/properties" xmlns:ns3="c2f2acd7-7544-4931-aaff-9a3ea11feff7" targetNamespace="http://schemas.microsoft.com/office/2006/metadata/properties" ma:root="true" ma:fieldsID="47a6c3e6259cdb747721d4e5bb24c2e4" ns3:_="">
    <xsd:import namespace="c2f2acd7-7544-4931-aaff-9a3ea11feff7"/>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DateTaken" minOccurs="0"/>
                <xsd:element ref="ns3:MediaServiceSearchProperties" minOccurs="0"/>
                <xsd:element ref="ns3:_activity" minOccurs="0"/>
                <xsd:element ref="ns3:MediaServiceLocation" minOccurs="0"/>
                <xsd:element ref="ns3:MediaServiceGenerationTime" minOccurs="0"/>
                <xsd:element ref="ns3:MediaServiceEventHashCode" minOccurs="0"/>
                <xsd:element ref="ns3:MediaServiceSystemTags"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f2acd7-7544-4931-aaff-9a3ea11fef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Location" ma:index="14" nillable="true" ma:displayName="Location" ma:indexed="true"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c2f2acd7-7544-4931-aaff-9a3ea11feff7" xsi:nil="true"/>
  </documentManagement>
</p:properties>
</file>

<file path=customXml/itemProps1.xml><?xml version="1.0" encoding="utf-8"?>
<ds:datastoreItem xmlns:ds="http://schemas.openxmlformats.org/officeDocument/2006/customXml" ds:itemID="{3CF49FFA-A3EA-4E34-9ADC-5C99AA520019}">
  <ds:schemaRefs>
    <ds:schemaRef ds:uri="http://schemas.microsoft.com/sharepoint/v3/contenttype/forms"/>
  </ds:schemaRefs>
</ds:datastoreItem>
</file>

<file path=customXml/itemProps2.xml><?xml version="1.0" encoding="utf-8"?>
<ds:datastoreItem xmlns:ds="http://schemas.openxmlformats.org/officeDocument/2006/customXml" ds:itemID="{6B38BEEE-757B-4BE7-B047-025E7018BE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2f2acd7-7544-4931-aaff-9a3ea11fef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3BD90E5-ADCE-4C52-B693-59B82D927876}">
  <ds:schemaRefs>
    <ds:schemaRef ds:uri="http://purl.org/dc/elements/1.1/"/>
    <ds:schemaRef ds:uri="http://schemas.microsoft.com/office/2006/documentManagement/types"/>
    <ds:schemaRef ds:uri="http://purl.org/dc/terms/"/>
    <ds:schemaRef ds:uri="http://schemas.microsoft.com/office/2006/metadata/properties"/>
    <ds:schemaRef ds:uri="http://purl.org/dc/dcmitype/"/>
    <ds:schemaRef ds:uri="c2f2acd7-7544-4931-aaff-9a3ea11feff7"/>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1402</TotalTime>
  <Words>963</Words>
  <Application>Microsoft Office PowerPoint</Application>
  <PresentationFormat>Widescreen</PresentationFormat>
  <Paragraphs>151</Paragraphs>
  <Slides>13</Slides>
  <Notes>11</Notes>
  <HiddenSlides>0</HiddenSlides>
  <MMClips>4</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Calibri Light</vt:lpstr>
      <vt:lpstr>Georgia Pro</vt:lpstr>
      <vt:lpstr>Times New Roman</vt:lpstr>
      <vt:lpstr>Office Theme</vt:lpstr>
      <vt:lpstr>DataViz Studio   Interactive Data Analytics Dashboard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Dhangar Neha Rani</dc:creator>
  <cp:lastModifiedBy>Dhangar Neha Rani</cp:lastModifiedBy>
  <cp:revision>1</cp:revision>
  <dcterms:created xsi:type="dcterms:W3CDTF">2025-11-22T06:14:05Z</dcterms:created>
  <dcterms:modified xsi:type="dcterms:W3CDTF">2025-11-23T08:46:31Z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0x010100A001795FC295FD4D936A22EEEC3C3326</vt:lpwstr>
  </property>
</Properties>
</file>